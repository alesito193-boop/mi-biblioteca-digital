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6615" y="6566978"/>
            <a:ext cx="8595360" cy="3720465"/>
          </a:xfrm>
          <a:custGeom>
            <a:avLst/>
            <a:gdLst/>
            <a:ahLst/>
            <a:cxnLst/>
            <a:rect l="l" t="t" r="r" b="b"/>
            <a:pathLst>
              <a:path w="8595360" h="3720465">
                <a:moveTo>
                  <a:pt x="746827" y="1138062"/>
                </a:moveTo>
                <a:lnTo>
                  <a:pt x="769230" y="1092994"/>
                </a:lnTo>
                <a:lnTo>
                  <a:pt x="792125" y="1048157"/>
                </a:lnTo>
                <a:lnTo>
                  <a:pt x="815534" y="1003560"/>
                </a:lnTo>
                <a:lnTo>
                  <a:pt x="839476" y="959211"/>
                </a:lnTo>
                <a:lnTo>
                  <a:pt x="863972" y="915121"/>
                </a:lnTo>
                <a:lnTo>
                  <a:pt x="889042" y="871298"/>
                </a:lnTo>
                <a:lnTo>
                  <a:pt x="914706" y="827753"/>
                </a:lnTo>
                <a:lnTo>
                  <a:pt x="940984" y="784495"/>
                </a:lnTo>
                <a:lnTo>
                  <a:pt x="967897" y="741532"/>
                </a:lnTo>
                <a:lnTo>
                  <a:pt x="995464" y="698875"/>
                </a:lnTo>
                <a:lnTo>
                  <a:pt x="1023707" y="656533"/>
                </a:lnTo>
                <a:lnTo>
                  <a:pt x="1052644" y="614515"/>
                </a:lnTo>
                <a:lnTo>
                  <a:pt x="1082298" y="572831"/>
                </a:lnTo>
                <a:lnTo>
                  <a:pt x="1112687" y="531490"/>
                </a:lnTo>
                <a:lnTo>
                  <a:pt x="1143831" y="490501"/>
                </a:lnTo>
                <a:lnTo>
                  <a:pt x="1177517" y="448436"/>
                </a:lnTo>
                <a:lnTo>
                  <a:pt x="1211752" y="408300"/>
                </a:lnTo>
                <a:lnTo>
                  <a:pt x="1246538" y="370086"/>
                </a:lnTo>
                <a:lnTo>
                  <a:pt x="1281877" y="333788"/>
                </a:lnTo>
                <a:lnTo>
                  <a:pt x="1317770" y="299400"/>
                </a:lnTo>
                <a:lnTo>
                  <a:pt x="1354217" y="266916"/>
                </a:lnTo>
                <a:lnTo>
                  <a:pt x="1391220" y="236329"/>
                </a:lnTo>
                <a:lnTo>
                  <a:pt x="1428779" y="207635"/>
                </a:lnTo>
                <a:lnTo>
                  <a:pt x="1466897" y="180825"/>
                </a:lnTo>
                <a:lnTo>
                  <a:pt x="1505574" y="155895"/>
                </a:lnTo>
                <a:lnTo>
                  <a:pt x="1544811" y="132838"/>
                </a:lnTo>
                <a:lnTo>
                  <a:pt x="1584610" y="111647"/>
                </a:lnTo>
                <a:lnTo>
                  <a:pt x="1624972" y="92317"/>
                </a:lnTo>
                <a:lnTo>
                  <a:pt x="1665897" y="74842"/>
                </a:lnTo>
                <a:lnTo>
                  <a:pt x="1707387" y="59215"/>
                </a:lnTo>
                <a:lnTo>
                  <a:pt x="1749442" y="45431"/>
                </a:lnTo>
                <a:lnTo>
                  <a:pt x="1792066" y="33482"/>
                </a:lnTo>
                <a:lnTo>
                  <a:pt x="1835257" y="23363"/>
                </a:lnTo>
                <a:lnTo>
                  <a:pt x="1879018" y="15068"/>
                </a:lnTo>
                <a:lnTo>
                  <a:pt x="1923349" y="8590"/>
                </a:lnTo>
                <a:lnTo>
                  <a:pt x="1968252" y="3923"/>
                </a:lnTo>
                <a:lnTo>
                  <a:pt x="2013728" y="1062"/>
                </a:lnTo>
                <a:lnTo>
                  <a:pt x="2059778" y="0"/>
                </a:lnTo>
                <a:lnTo>
                  <a:pt x="2106403" y="730"/>
                </a:lnTo>
                <a:lnTo>
                  <a:pt x="2153604" y="3247"/>
                </a:lnTo>
                <a:lnTo>
                  <a:pt x="2201382" y="7544"/>
                </a:lnTo>
                <a:lnTo>
                  <a:pt x="2249739" y="13616"/>
                </a:lnTo>
                <a:lnTo>
                  <a:pt x="2298676" y="21456"/>
                </a:lnTo>
                <a:lnTo>
                  <a:pt x="2348193" y="31058"/>
                </a:lnTo>
                <a:lnTo>
                  <a:pt x="2398293" y="42415"/>
                </a:lnTo>
                <a:lnTo>
                  <a:pt x="2448975" y="55522"/>
                </a:lnTo>
                <a:lnTo>
                  <a:pt x="2500242" y="70373"/>
                </a:lnTo>
                <a:lnTo>
                  <a:pt x="2550635" y="86567"/>
                </a:lnTo>
                <a:lnTo>
                  <a:pt x="2599939" y="104128"/>
                </a:lnTo>
                <a:lnTo>
                  <a:pt x="2648191" y="123013"/>
                </a:lnTo>
                <a:lnTo>
                  <a:pt x="2695430" y="143182"/>
                </a:lnTo>
                <a:lnTo>
                  <a:pt x="2741694" y="164591"/>
                </a:lnTo>
                <a:lnTo>
                  <a:pt x="2787019" y="187200"/>
                </a:lnTo>
                <a:lnTo>
                  <a:pt x="2831444" y="210966"/>
                </a:lnTo>
                <a:lnTo>
                  <a:pt x="2875008" y="235848"/>
                </a:lnTo>
                <a:lnTo>
                  <a:pt x="2917747" y="261805"/>
                </a:lnTo>
                <a:lnTo>
                  <a:pt x="2959699" y="288793"/>
                </a:lnTo>
                <a:lnTo>
                  <a:pt x="3000903" y="316773"/>
                </a:lnTo>
                <a:lnTo>
                  <a:pt x="3041396" y="345701"/>
                </a:lnTo>
                <a:lnTo>
                  <a:pt x="3081217" y="375536"/>
                </a:lnTo>
                <a:lnTo>
                  <a:pt x="3120402" y="406237"/>
                </a:lnTo>
                <a:lnTo>
                  <a:pt x="3158991" y="437761"/>
                </a:lnTo>
                <a:lnTo>
                  <a:pt x="3197020" y="470067"/>
                </a:lnTo>
                <a:lnTo>
                  <a:pt x="3234527" y="503113"/>
                </a:lnTo>
                <a:lnTo>
                  <a:pt x="3271551" y="536858"/>
                </a:lnTo>
                <a:lnTo>
                  <a:pt x="3308130" y="571259"/>
                </a:lnTo>
                <a:lnTo>
                  <a:pt x="3344300" y="606275"/>
                </a:lnTo>
                <a:lnTo>
                  <a:pt x="3380101" y="641864"/>
                </a:lnTo>
                <a:lnTo>
                  <a:pt x="3415569" y="677985"/>
                </a:lnTo>
                <a:lnTo>
                  <a:pt x="3450743" y="714595"/>
                </a:lnTo>
                <a:lnTo>
                  <a:pt x="3520360" y="789117"/>
                </a:lnTo>
                <a:lnTo>
                  <a:pt x="3587526" y="864146"/>
                </a:lnTo>
                <a:lnTo>
                  <a:pt x="3687124" y="976895"/>
                </a:lnTo>
                <a:lnTo>
                  <a:pt x="3720804" y="1013975"/>
                </a:lnTo>
                <a:lnTo>
                  <a:pt x="3755052" y="1050570"/>
                </a:lnTo>
                <a:lnTo>
                  <a:pt x="3790067" y="1086542"/>
                </a:lnTo>
                <a:lnTo>
                  <a:pt x="3826043" y="1121750"/>
                </a:lnTo>
                <a:lnTo>
                  <a:pt x="3863179" y="1156055"/>
                </a:lnTo>
                <a:lnTo>
                  <a:pt x="3901671" y="1189319"/>
                </a:lnTo>
                <a:lnTo>
                  <a:pt x="3941716" y="1221400"/>
                </a:lnTo>
                <a:lnTo>
                  <a:pt x="3983309" y="1252282"/>
                </a:lnTo>
                <a:lnTo>
                  <a:pt x="4025285" y="1281799"/>
                </a:lnTo>
                <a:lnTo>
                  <a:pt x="4067645" y="1309958"/>
                </a:lnTo>
                <a:lnTo>
                  <a:pt x="4110391" y="1336770"/>
                </a:lnTo>
                <a:lnTo>
                  <a:pt x="4153527" y="1362244"/>
                </a:lnTo>
                <a:lnTo>
                  <a:pt x="4197055" y="1386389"/>
                </a:lnTo>
                <a:lnTo>
                  <a:pt x="4240977" y="1409214"/>
                </a:lnTo>
                <a:lnTo>
                  <a:pt x="4285296" y="1430728"/>
                </a:lnTo>
                <a:lnTo>
                  <a:pt x="4330014" y="1450942"/>
                </a:lnTo>
                <a:lnTo>
                  <a:pt x="4375134" y="1469864"/>
                </a:lnTo>
                <a:lnTo>
                  <a:pt x="4420658" y="1487503"/>
                </a:lnTo>
                <a:lnTo>
                  <a:pt x="4466588" y="1503869"/>
                </a:lnTo>
                <a:lnTo>
                  <a:pt x="4512927" y="1518971"/>
                </a:lnTo>
                <a:lnTo>
                  <a:pt x="4559678" y="1532818"/>
                </a:lnTo>
                <a:lnTo>
                  <a:pt x="4606842" y="1545420"/>
                </a:lnTo>
                <a:lnTo>
                  <a:pt x="4654423" y="1556786"/>
                </a:lnTo>
                <a:lnTo>
                  <a:pt x="4702423" y="1566925"/>
                </a:lnTo>
                <a:lnTo>
                  <a:pt x="4750844" y="1575846"/>
                </a:lnTo>
                <a:lnTo>
                  <a:pt x="4799688" y="1583560"/>
                </a:lnTo>
                <a:lnTo>
                  <a:pt x="4848959" y="1590074"/>
                </a:lnTo>
                <a:lnTo>
                  <a:pt x="4898658" y="1595399"/>
                </a:lnTo>
                <a:lnTo>
                  <a:pt x="4948789" y="1599543"/>
                </a:lnTo>
                <a:lnTo>
                  <a:pt x="4999353" y="1602516"/>
                </a:lnTo>
                <a:lnTo>
                  <a:pt x="5050353" y="1604328"/>
                </a:lnTo>
                <a:lnTo>
                  <a:pt x="5101792" y="1604987"/>
                </a:lnTo>
                <a:lnTo>
                  <a:pt x="5203749" y="1605344"/>
                </a:lnTo>
                <a:lnTo>
                  <a:pt x="5305588" y="1607127"/>
                </a:lnTo>
                <a:lnTo>
                  <a:pt x="5407297" y="1610416"/>
                </a:lnTo>
                <a:lnTo>
                  <a:pt x="5508864" y="1615293"/>
                </a:lnTo>
                <a:lnTo>
                  <a:pt x="5610278" y="1621838"/>
                </a:lnTo>
                <a:lnTo>
                  <a:pt x="5711529" y="1630131"/>
                </a:lnTo>
                <a:lnTo>
                  <a:pt x="5812604" y="1640252"/>
                </a:lnTo>
                <a:lnTo>
                  <a:pt x="5863072" y="1646024"/>
                </a:lnTo>
                <a:lnTo>
                  <a:pt x="5913493" y="1652283"/>
                </a:lnTo>
                <a:lnTo>
                  <a:pt x="5963864" y="1659039"/>
                </a:lnTo>
                <a:lnTo>
                  <a:pt x="6014184" y="1666303"/>
                </a:lnTo>
                <a:lnTo>
                  <a:pt x="6064452" y="1674085"/>
                </a:lnTo>
                <a:lnTo>
                  <a:pt x="6114666" y="1682394"/>
                </a:lnTo>
                <a:lnTo>
                  <a:pt x="6164826" y="1691241"/>
                </a:lnTo>
                <a:lnTo>
                  <a:pt x="6214929" y="1700635"/>
                </a:lnTo>
                <a:lnTo>
                  <a:pt x="6264974" y="1710588"/>
                </a:lnTo>
                <a:lnTo>
                  <a:pt x="6314959" y="1721108"/>
                </a:lnTo>
                <a:lnTo>
                  <a:pt x="6364884" y="1732207"/>
                </a:lnTo>
                <a:lnTo>
                  <a:pt x="6414747" y="1743893"/>
                </a:lnTo>
                <a:lnTo>
                  <a:pt x="6464706" y="1756138"/>
                </a:lnTo>
                <a:lnTo>
                  <a:pt x="6514319" y="1768945"/>
                </a:lnTo>
                <a:lnTo>
                  <a:pt x="6563582" y="1782320"/>
                </a:lnTo>
                <a:lnTo>
                  <a:pt x="6612490" y="1796269"/>
                </a:lnTo>
                <a:lnTo>
                  <a:pt x="6661038" y="1810798"/>
                </a:lnTo>
                <a:lnTo>
                  <a:pt x="6709222" y="1825914"/>
                </a:lnTo>
                <a:lnTo>
                  <a:pt x="6757037" y="1841622"/>
                </a:lnTo>
                <a:lnTo>
                  <a:pt x="6804478" y="1857930"/>
                </a:lnTo>
                <a:lnTo>
                  <a:pt x="6851541" y="1874842"/>
                </a:lnTo>
                <a:lnTo>
                  <a:pt x="6898220" y="1892365"/>
                </a:lnTo>
                <a:lnTo>
                  <a:pt x="6944511" y="1910506"/>
                </a:lnTo>
                <a:lnTo>
                  <a:pt x="6990410" y="1929270"/>
                </a:lnTo>
                <a:lnTo>
                  <a:pt x="7035912" y="1948664"/>
                </a:lnTo>
                <a:lnTo>
                  <a:pt x="7081011" y="1968694"/>
                </a:lnTo>
                <a:lnTo>
                  <a:pt x="7125703" y="1989365"/>
                </a:lnTo>
                <a:lnTo>
                  <a:pt x="7169984" y="2010685"/>
                </a:lnTo>
                <a:lnTo>
                  <a:pt x="7213848" y="2032659"/>
                </a:lnTo>
                <a:lnTo>
                  <a:pt x="7257292" y="2055294"/>
                </a:lnTo>
                <a:lnTo>
                  <a:pt x="7300309" y="2078595"/>
                </a:lnTo>
                <a:lnTo>
                  <a:pt x="7342896" y="2102569"/>
                </a:lnTo>
                <a:lnTo>
                  <a:pt x="7385048" y="2127223"/>
                </a:lnTo>
                <a:lnTo>
                  <a:pt x="7426760" y="2152561"/>
                </a:lnTo>
                <a:lnTo>
                  <a:pt x="7468028" y="2178591"/>
                </a:lnTo>
                <a:lnTo>
                  <a:pt x="7508846" y="2205318"/>
                </a:lnTo>
                <a:lnTo>
                  <a:pt x="7549210" y="2232749"/>
                </a:lnTo>
                <a:lnTo>
                  <a:pt x="7589115" y="2260890"/>
                </a:lnTo>
                <a:lnTo>
                  <a:pt x="7628556" y="2289746"/>
                </a:lnTo>
                <a:lnTo>
                  <a:pt x="7667529" y="2319325"/>
                </a:lnTo>
                <a:lnTo>
                  <a:pt x="7706029" y="2349633"/>
                </a:lnTo>
                <a:lnTo>
                  <a:pt x="7744052" y="2380674"/>
                </a:lnTo>
                <a:lnTo>
                  <a:pt x="7781592" y="2412457"/>
                </a:lnTo>
                <a:lnTo>
                  <a:pt x="7818645" y="2444986"/>
                </a:lnTo>
                <a:lnTo>
                  <a:pt x="7855205" y="2478269"/>
                </a:lnTo>
                <a:lnTo>
                  <a:pt x="7891270" y="2512310"/>
                </a:lnTo>
                <a:lnTo>
                  <a:pt x="7926833" y="2547117"/>
                </a:lnTo>
                <a:lnTo>
                  <a:pt x="7961889" y="2582696"/>
                </a:lnTo>
                <a:lnTo>
                  <a:pt x="7996435" y="2619052"/>
                </a:lnTo>
                <a:lnTo>
                  <a:pt x="8030466" y="2656192"/>
                </a:lnTo>
                <a:lnTo>
                  <a:pt x="8063976" y="2694122"/>
                </a:lnTo>
                <a:lnTo>
                  <a:pt x="8096961" y="2732848"/>
                </a:lnTo>
                <a:lnTo>
                  <a:pt x="8129417" y="2772377"/>
                </a:lnTo>
                <a:lnTo>
                  <a:pt x="8161338" y="2812714"/>
                </a:lnTo>
                <a:lnTo>
                  <a:pt x="8192720" y="2853866"/>
                </a:lnTo>
                <a:lnTo>
                  <a:pt x="8232941" y="2908785"/>
                </a:lnTo>
                <a:lnTo>
                  <a:pt x="8252106" y="2935859"/>
                </a:lnTo>
                <a:lnTo>
                  <a:pt x="8262675" y="2949392"/>
                </a:lnTo>
                <a:lnTo>
                  <a:pt x="8290172" y="2990293"/>
                </a:lnTo>
                <a:lnTo>
                  <a:pt x="8316637" y="3031663"/>
                </a:lnTo>
                <a:lnTo>
                  <a:pt x="8342072" y="3073486"/>
                </a:lnTo>
                <a:lnTo>
                  <a:pt x="8366476" y="3115743"/>
                </a:lnTo>
                <a:lnTo>
                  <a:pt x="8389850" y="3158417"/>
                </a:lnTo>
                <a:lnTo>
                  <a:pt x="8412195" y="3201492"/>
                </a:lnTo>
                <a:lnTo>
                  <a:pt x="8433513" y="3244950"/>
                </a:lnTo>
                <a:lnTo>
                  <a:pt x="8453803" y="3288773"/>
                </a:lnTo>
                <a:lnTo>
                  <a:pt x="8473066" y="3332944"/>
                </a:lnTo>
                <a:lnTo>
                  <a:pt x="8491304" y="3377446"/>
                </a:lnTo>
                <a:lnTo>
                  <a:pt x="8508516" y="3422262"/>
                </a:lnTo>
                <a:lnTo>
                  <a:pt x="8524704" y="3467374"/>
                </a:lnTo>
                <a:lnTo>
                  <a:pt x="8539869" y="3512765"/>
                </a:lnTo>
                <a:lnTo>
                  <a:pt x="8554011" y="3558418"/>
                </a:lnTo>
                <a:lnTo>
                  <a:pt x="8567130" y="3604315"/>
                </a:lnTo>
                <a:lnTo>
                  <a:pt x="8579229" y="3650440"/>
                </a:lnTo>
                <a:lnTo>
                  <a:pt x="8590306" y="3696774"/>
                </a:lnTo>
                <a:lnTo>
                  <a:pt x="8595332" y="3720021"/>
                </a:lnTo>
                <a:lnTo>
                  <a:pt x="0" y="3720021"/>
                </a:lnTo>
                <a:lnTo>
                  <a:pt x="9086" y="3686723"/>
                </a:lnTo>
                <a:lnTo>
                  <a:pt x="21593" y="3637286"/>
                </a:lnTo>
                <a:lnTo>
                  <a:pt x="33228" y="3587458"/>
                </a:lnTo>
                <a:lnTo>
                  <a:pt x="43997" y="3537237"/>
                </a:lnTo>
                <a:lnTo>
                  <a:pt x="53906" y="3486625"/>
                </a:lnTo>
                <a:lnTo>
                  <a:pt x="62962" y="3435618"/>
                </a:lnTo>
                <a:lnTo>
                  <a:pt x="110431" y="3138437"/>
                </a:lnTo>
                <a:lnTo>
                  <a:pt x="135656" y="2991179"/>
                </a:lnTo>
                <a:lnTo>
                  <a:pt x="153585" y="2893201"/>
                </a:lnTo>
                <a:lnTo>
                  <a:pt x="172638" y="2795438"/>
                </a:lnTo>
                <a:lnTo>
                  <a:pt x="193017" y="2697940"/>
                </a:lnTo>
                <a:lnTo>
                  <a:pt x="214921" y="2600759"/>
                </a:lnTo>
                <a:lnTo>
                  <a:pt x="238551" y="2503946"/>
                </a:lnTo>
                <a:lnTo>
                  <a:pt x="251076" y="2455693"/>
                </a:lnTo>
                <a:lnTo>
                  <a:pt x="264108" y="2407551"/>
                </a:lnTo>
                <a:lnTo>
                  <a:pt x="277672" y="2359527"/>
                </a:lnTo>
                <a:lnTo>
                  <a:pt x="291792" y="2311627"/>
                </a:lnTo>
                <a:lnTo>
                  <a:pt x="306495" y="2263858"/>
                </a:lnTo>
                <a:lnTo>
                  <a:pt x="321805" y="2216224"/>
                </a:lnTo>
                <a:lnTo>
                  <a:pt x="337747" y="2168734"/>
                </a:lnTo>
                <a:lnTo>
                  <a:pt x="421804" y="1930307"/>
                </a:lnTo>
                <a:lnTo>
                  <a:pt x="473623" y="1787905"/>
                </a:lnTo>
                <a:lnTo>
                  <a:pt x="509083" y="1693399"/>
                </a:lnTo>
                <a:lnTo>
                  <a:pt x="545463" y="1599326"/>
                </a:lnTo>
                <a:lnTo>
                  <a:pt x="582925" y="1505758"/>
                </a:lnTo>
                <a:lnTo>
                  <a:pt x="621631" y="1412773"/>
                </a:lnTo>
                <a:lnTo>
                  <a:pt x="661742" y="1320445"/>
                </a:lnTo>
                <a:lnTo>
                  <a:pt x="703420" y="1228850"/>
                </a:lnTo>
                <a:lnTo>
                  <a:pt x="724897" y="1183350"/>
                </a:lnTo>
                <a:lnTo>
                  <a:pt x="746827" y="1138062"/>
                </a:lnTo>
                <a:close/>
              </a:path>
            </a:pathLst>
          </a:custGeom>
          <a:solidFill>
            <a:srgbClr val="E3D8D4">
              <a:alpha val="65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3718" y="-451"/>
            <a:ext cx="9294280" cy="1028745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7523949"/>
            <a:ext cx="5249545" cy="2763520"/>
          </a:xfrm>
          <a:custGeom>
            <a:avLst/>
            <a:gdLst/>
            <a:ahLst/>
            <a:cxnLst/>
            <a:rect l="l" t="t" r="r" b="b"/>
            <a:pathLst>
              <a:path w="5249545" h="2763520">
                <a:moveTo>
                  <a:pt x="0" y="2763050"/>
                </a:moveTo>
                <a:lnTo>
                  <a:pt x="0" y="168311"/>
                </a:lnTo>
                <a:lnTo>
                  <a:pt x="51485" y="153037"/>
                </a:lnTo>
                <a:lnTo>
                  <a:pt x="99224" y="139428"/>
                </a:lnTo>
                <a:lnTo>
                  <a:pt x="147059" y="126308"/>
                </a:lnTo>
                <a:lnTo>
                  <a:pt x="194989" y="113675"/>
                </a:lnTo>
                <a:lnTo>
                  <a:pt x="243014" y="101530"/>
                </a:lnTo>
                <a:lnTo>
                  <a:pt x="291135" y="89873"/>
                </a:lnTo>
                <a:lnTo>
                  <a:pt x="339351" y="78704"/>
                </a:lnTo>
                <a:lnTo>
                  <a:pt x="387662" y="68022"/>
                </a:lnTo>
                <a:lnTo>
                  <a:pt x="436069" y="57828"/>
                </a:lnTo>
                <a:lnTo>
                  <a:pt x="484572" y="48122"/>
                </a:lnTo>
                <a:lnTo>
                  <a:pt x="533169" y="38904"/>
                </a:lnTo>
                <a:lnTo>
                  <a:pt x="581862" y="30174"/>
                </a:lnTo>
                <a:lnTo>
                  <a:pt x="634566" y="22926"/>
                </a:lnTo>
                <a:lnTo>
                  <a:pt x="687258" y="16671"/>
                </a:lnTo>
                <a:lnTo>
                  <a:pt x="739937" y="11409"/>
                </a:lnTo>
                <a:lnTo>
                  <a:pt x="792603" y="7141"/>
                </a:lnTo>
                <a:lnTo>
                  <a:pt x="845257" y="3866"/>
                </a:lnTo>
                <a:lnTo>
                  <a:pt x="897899" y="1584"/>
                </a:lnTo>
                <a:lnTo>
                  <a:pt x="950528" y="295"/>
                </a:lnTo>
                <a:lnTo>
                  <a:pt x="1003145" y="0"/>
                </a:lnTo>
                <a:lnTo>
                  <a:pt x="1055749" y="697"/>
                </a:lnTo>
                <a:lnTo>
                  <a:pt x="1108341" y="2388"/>
                </a:lnTo>
                <a:lnTo>
                  <a:pt x="1160921" y="5073"/>
                </a:lnTo>
                <a:lnTo>
                  <a:pt x="1185515" y="4420"/>
                </a:lnTo>
                <a:lnTo>
                  <a:pt x="1244482" y="7492"/>
                </a:lnTo>
                <a:lnTo>
                  <a:pt x="1316485" y="16402"/>
                </a:lnTo>
                <a:lnTo>
                  <a:pt x="1357375" y="23045"/>
                </a:lnTo>
                <a:lnTo>
                  <a:pt x="1401525" y="31148"/>
                </a:lnTo>
                <a:lnTo>
                  <a:pt x="1448934" y="40710"/>
                </a:lnTo>
                <a:lnTo>
                  <a:pt x="1499602" y="51731"/>
                </a:lnTo>
                <a:lnTo>
                  <a:pt x="1553529" y="64212"/>
                </a:lnTo>
                <a:lnTo>
                  <a:pt x="1610716" y="78152"/>
                </a:lnTo>
                <a:lnTo>
                  <a:pt x="1671162" y="93551"/>
                </a:lnTo>
                <a:lnTo>
                  <a:pt x="1734867" y="110409"/>
                </a:lnTo>
                <a:lnTo>
                  <a:pt x="1801831" y="128726"/>
                </a:lnTo>
                <a:lnTo>
                  <a:pt x="1872054" y="148503"/>
                </a:lnTo>
                <a:lnTo>
                  <a:pt x="1945537" y="169739"/>
                </a:lnTo>
                <a:lnTo>
                  <a:pt x="2016178" y="191281"/>
                </a:lnTo>
                <a:lnTo>
                  <a:pt x="2088921" y="215997"/>
                </a:lnTo>
                <a:lnTo>
                  <a:pt x="2126081" y="229546"/>
                </a:lnTo>
                <a:lnTo>
                  <a:pt x="2163766" y="243888"/>
                </a:lnTo>
                <a:lnTo>
                  <a:pt x="2201977" y="259024"/>
                </a:lnTo>
                <a:lnTo>
                  <a:pt x="2240714" y="274954"/>
                </a:lnTo>
                <a:lnTo>
                  <a:pt x="2279976" y="291678"/>
                </a:lnTo>
                <a:lnTo>
                  <a:pt x="2319764" y="309195"/>
                </a:lnTo>
                <a:lnTo>
                  <a:pt x="2360078" y="327505"/>
                </a:lnTo>
                <a:lnTo>
                  <a:pt x="2400917" y="346610"/>
                </a:lnTo>
                <a:lnTo>
                  <a:pt x="2442282" y="366508"/>
                </a:lnTo>
                <a:lnTo>
                  <a:pt x="2484172" y="387200"/>
                </a:lnTo>
                <a:lnTo>
                  <a:pt x="2526588" y="408685"/>
                </a:lnTo>
                <a:lnTo>
                  <a:pt x="2569530" y="430964"/>
                </a:lnTo>
                <a:lnTo>
                  <a:pt x="2612997" y="454037"/>
                </a:lnTo>
                <a:lnTo>
                  <a:pt x="2656989" y="477904"/>
                </a:lnTo>
                <a:lnTo>
                  <a:pt x="2701508" y="502564"/>
                </a:lnTo>
                <a:lnTo>
                  <a:pt x="2746552" y="528018"/>
                </a:lnTo>
                <a:lnTo>
                  <a:pt x="2792121" y="554265"/>
                </a:lnTo>
                <a:lnTo>
                  <a:pt x="2884837" y="609141"/>
                </a:lnTo>
                <a:lnTo>
                  <a:pt x="2979655" y="667192"/>
                </a:lnTo>
                <a:lnTo>
                  <a:pt x="3076576" y="728417"/>
                </a:lnTo>
                <a:lnTo>
                  <a:pt x="3175599" y="792817"/>
                </a:lnTo>
                <a:lnTo>
                  <a:pt x="3276724" y="860392"/>
                </a:lnTo>
                <a:lnTo>
                  <a:pt x="3379952" y="931142"/>
                </a:lnTo>
                <a:lnTo>
                  <a:pt x="3538736" y="1043218"/>
                </a:lnTo>
                <a:lnTo>
                  <a:pt x="3739796" y="1199704"/>
                </a:lnTo>
                <a:lnTo>
                  <a:pt x="3929505" y="1352713"/>
                </a:lnTo>
                <a:lnTo>
                  <a:pt x="4064339" y="1465190"/>
                </a:lnTo>
                <a:lnTo>
                  <a:pt x="4192787" y="1575711"/>
                </a:lnTo>
                <a:lnTo>
                  <a:pt x="4314851" y="1684278"/>
                </a:lnTo>
                <a:lnTo>
                  <a:pt x="4430530" y="1790889"/>
                </a:lnTo>
                <a:lnTo>
                  <a:pt x="4504102" y="1860877"/>
                </a:lnTo>
                <a:lnTo>
                  <a:pt x="4574836" y="1929997"/>
                </a:lnTo>
                <a:lnTo>
                  <a:pt x="4642733" y="1998247"/>
                </a:lnTo>
                <a:lnTo>
                  <a:pt x="4707793" y="2065628"/>
                </a:lnTo>
                <a:lnTo>
                  <a:pt x="4770014" y="2132141"/>
                </a:lnTo>
                <a:lnTo>
                  <a:pt x="4829398" y="2197785"/>
                </a:lnTo>
                <a:lnTo>
                  <a:pt x="4885944" y="2262560"/>
                </a:lnTo>
                <a:lnTo>
                  <a:pt x="4939653" y="2326466"/>
                </a:lnTo>
                <a:lnTo>
                  <a:pt x="4965443" y="2358093"/>
                </a:lnTo>
                <a:lnTo>
                  <a:pt x="4991398" y="2390597"/>
                </a:lnTo>
                <a:lnTo>
                  <a:pt x="4991544" y="2390809"/>
                </a:lnTo>
                <a:lnTo>
                  <a:pt x="5014895" y="2420695"/>
                </a:lnTo>
                <a:lnTo>
                  <a:pt x="5038557" y="2451671"/>
                </a:lnTo>
                <a:lnTo>
                  <a:pt x="5061510" y="2482429"/>
                </a:lnTo>
                <a:lnTo>
                  <a:pt x="5105287" y="2543294"/>
                </a:lnTo>
                <a:lnTo>
                  <a:pt x="5126342" y="2573703"/>
                </a:lnTo>
                <a:lnTo>
                  <a:pt x="5170880" y="2632115"/>
                </a:lnTo>
                <a:lnTo>
                  <a:pt x="5197933" y="2674516"/>
                </a:lnTo>
                <a:lnTo>
                  <a:pt x="5223613" y="2717301"/>
                </a:lnTo>
                <a:lnTo>
                  <a:pt x="5247921" y="2760469"/>
                </a:lnTo>
                <a:lnTo>
                  <a:pt x="5249280" y="2763050"/>
                </a:lnTo>
                <a:lnTo>
                  <a:pt x="0" y="2763050"/>
                </a:lnTo>
                <a:close/>
              </a:path>
            </a:pathLst>
          </a:custGeom>
          <a:solidFill>
            <a:srgbClr val="253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8383677"/>
            <a:ext cx="5731510" cy="1903730"/>
          </a:xfrm>
          <a:custGeom>
            <a:avLst/>
            <a:gdLst/>
            <a:ahLst/>
            <a:cxnLst/>
            <a:rect l="l" t="t" r="r" b="b"/>
            <a:pathLst>
              <a:path w="5731510" h="1903729">
                <a:moveTo>
                  <a:pt x="5533376" y="1056427"/>
                </a:moveTo>
                <a:lnTo>
                  <a:pt x="5137248" y="484310"/>
                </a:lnTo>
                <a:lnTo>
                  <a:pt x="5185465" y="510549"/>
                </a:lnTo>
                <a:lnTo>
                  <a:pt x="5525674" y="1001903"/>
                </a:lnTo>
                <a:lnTo>
                  <a:pt x="5533376" y="1056427"/>
                </a:lnTo>
                <a:close/>
              </a:path>
              <a:path w="5731510" h="1903729">
                <a:moveTo>
                  <a:pt x="5595969" y="1190229"/>
                </a:moveTo>
                <a:lnTo>
                  <a:pt x="5034458" y="379253"/>
                </a:lnTo>
                <a:lnTo>
                  <a:pt x="5082031" y="404561"/>
                </a:lnTo>
                <a:lnTo>
                  <a:pt x="5588861" y="1136563"/>
                </a:lnTo>
                <a:lnTo>
                  <a:pt x="5595969" y="1190229"/>
                </a:lnTo>
                <a:close/>
              </a:path>
              <a:path w="5731510" h="1903729">
                <a:moveTo>
                  <a:pt x="5009476" y="429970"/>
                </a:moveTo>
                <a:lnTo>
                  <a:pt x="4913753" y="291721"/>
                </a:lnTo>
                <a:lnTo>
                  <a:pt x="5007464" y="340265"/>
                </a:lnTo>
                <a:lnTo>
                  <a:pt x="5160690" y="561566"/>
                </a:lnTo>
                <a:lnTo>
                  <a:pt x="5112410" y="535237"/>
                </a:lnTo>
                <a:lnTo>
                  <a:pt x="5057087" y="455335"/>
                </a:lnTo>
                <a:lnTo>
                  <a:pt x="5009476" y="429970"/>
                </a:lnTo>
                <a:close/>
              </a:path>
              <a:path w="5731510" h="1903729">
                <a:moveTo>
                  <a:pt x="5629723" y="1282378"/>
                </a:moveTo>
                <a:lnTo>
                  <a:pt x="5481170" y="1067827"/>
                </a:lnTo>
                <a:lnTo>
                  <a:pt x="5473324" y="1013095"/>
                </a:lnTo>
                <a:lnTo>
                  <a:pt x="5623140" y="1229471"/>
                </a:lnTo>
                <a:lnTo>
                  <a:pt x="5629723" y="1282378"/>
                </a:lnTo>
                <a:close/>
              </a:path>
              <a:path w="5731510" h="1903729">
                <a:moveTo>
                  <a:pt x="5662272" y="1372788"/>
                </a:moveTo>
                <a:lnTo>
                  <a:pt x="5544242" y="1202320"/>
                </a:lnTo>
                <a:lnTo>
                  <a:pt x="5536969" y="1148415"/>
                </a:lnTo>
                <a:lnTo>
                  <a:pt x="5656317" y="1320787"/>
                </a:lnTo>
                <a:lnTo>
                  <a:pt x="5662272" y="1372788"/>
                </a:lnTo>
                <a:close/>
              </a:path>
              <a:path w="5731510" h="1903729">
                <a:moveTo>
                  <a:pt x="0" y="45033"/>
                </a:moveTo>
                <a:lnTo>
                  <a:pt x="0" y="0"/>
                </a:lnTo>
                <a:lnTo>
                  <a:pt x="153406" y="56635"/>
                </a:lnTo>
                <a:lnTo>
                  <a:pt x="289509" y="123007"/>
                </a:lnTo>
                <a:lnTo>
                  <a:pt x="355004" y="130800"/>
                </a:lnTo>
                <a:lnTo>
                  <a:pt x="578726" y="236917"/>
                </a:lnTo>
                <a:lnTo>
                  <a:pt x="643219" y="243263"/>
                </a:lnTo>
                <a:lnTo>
                  <a:pt x="774312" y="302399"/>
                </a:lnTo>
                <a:lnTo>
                  <a:pt x="837779" y="307263"/>
                </a:lnTo>
                <a:lnTo>
                  <a:pt x="923169" y="343789"/>
                </a:lnTo>
                <a:lnTo>
                  <a:pt x="985679" y="347272"/>
                </a:lnTo>
                <a:lnTo>
                  <a:pt x="1027523" y="364305"/>
                </a:lnTo>
                <a:lnTo>
                  <a:pt x="1068994" y="380801"/>
                </a:lnTo>
                <a:lnTo>
                  <a:pt x="1130386" y="382669"/>
                </a:lnTo>
                <a:lnTo>
                  <a:pt x="1171058" y="398011"/>
                </a:lnTo>
                <a:lnTo>
                  <a:pt x="1231616" y="398674"/>
                </a:lnTo>
                <a:lnTo>
                  <a:pt x="1271418" y="412759"/>
                </a:lnTo>
                <a:lnTo>
                  <a:pt x="1331069" y="412113"/>
                </a:lnTo>
                <a:lnTo>
                  <a:pt x="1369929" y="424837"/>
                </a:lnTo>
                <a:lnTo>
                  <a:pt x="1428603" y="422779"/>
                </a:lnTo>
                <a:lnTo>
                  <a:pt x="1466539" y="434169"/>
                </a:lnTo>
                <a:lnTo>
                  <a:pt x="1524326" y="430829"/>
                </a:lnTo>
                <a:lnTo>
                  <a:pt x="1581667" y="426846"/>
                </a:lnTo>
                <a:lnTo>
                  <a:pt x="1618266" y="436306"/>
                </a:lnTo>
                <a:lnTo>
                  <a:pt x="1674765" y="431106"/>
                </a:lnTo>
                <a:lnTo>
                  <a:pt x="1730867" y="425333"/>
                </a:lnTo>
                <a:lnTo>
                  <a:pt x="1786588" y="419009"/>
                </a:lnTo>
                <a:lnTo>
                  <a:pt x="1821632" y="426223"/>
                </a:lnTo>
                <a:lnTo>
                  <a:pt x="1876640" y="418870"/>
                </a:lnTo>
                <a:lnTo>
                  <a:pt x="1931315" y="411037"/>
                </a:lnTo>
                <a:lnTo>
                  <a:pt x="1985674" y="402747"/>
                </a:lnTo>
                <a:lnTo>
                  <a:pt x="2019422" y="408088"/>
                </a:lnTo>
                <a:lnTo>
                  <a:pt x="2073197" y="398955"/>
                </a:lnTo>
                <a:lnTo>
                  <a:pt x="2126705" y="389436"/>
                </a:lnTo>
                <a:lnTo>
                  <a:pt x="2179962" y="379553"/>
                </a:lnTo>
                <a:lnTo>
                  <a:pt x="2232982" y="369330"/>
                </a:lnTo>
                <a:lnTo>
                  <a:pt x="2285784" y="358791"/>
                </a:lnTo>
                <a:lnTo>
                  <a:pt x="2338383" y="347958"/>
                </a:lnTo>
                <a:lnTo>
                  <a:pt x="2370483" y="350919"/>
                </a:lnTo>
                <a:lnTo>
                  <a:pt x="2422388" y="339085"/>
                </a:lnTo>
                <a:lnTo>
                  <a:pt x="2474141" y="327032"/>
                </a:lnTo>
                <a:lnTo>
                  <a:pt x="2525759" y="314783"/>
                </a:lnTo>
                <a:lnTo>
                  <a:pt x="2577257" y="302360"/>
                </a:lnTo>
                <a:lnTo>
                  <a:pt x="2628651" y="289787"/>
                </a:lnTo>
                <a:lnTo>
                  <a:pt x="2679955" y="277085"/>
                </a:lnTo>
                <a:lnTo>
                  <a:pt x="2731186" y="264278"/>
                </a:lnTo>
                <a:lnTo>
                  <a:pt x="2762048" y="265450"/>
                </a:lnTo>
                <a:lnTo>
                  <a:pt x="2813179" y="252498"/>
                </a:lnTo>
                <a:lnTo>
                  <a:pt x="3068601" y="187401"/>
                </a:lnTo>
                <a:lnTo>
                  <a:pt x="3119751" y="174475"/>
                </a:lnTo>
                <a:lnTo>
                  <a:pt x="3150649" y="175700"/>
                </a:lnTo>
                <a:lnTo>
                  <a:pt x="3201934" y="162971"/>
                </a:lnTo>
                <a:lnTo>
                  <a:pt x="3253308" y="150370"/>
                </a:lnTo>
                <a:lnTo>
                  <a:pt x="3304786" y="137918"/>
                </a:lnTo>
                <a:lnTo>
                  <a:pt x="3356382" y="125637"/>
                </a:lnTo>
                <a:lnTo>
                  <a:pt x="3408110" y="113547"/>
                </a:lnTo>
                <a:lnTo>
                  <a:pt x="3459984" y="101668"/>
                </a:lnTo>
                <a:lnTo>
                  <a:pt x="3491409" y="103655"/>
                </a:lnTo>
                <a:lnTo>
                  <a:pt x="3543354" y="91878"/>
                </a:lnTo>
                <a:lnTo>
                  <a:pt x="3595537" y="80445"/>
                </a:lnTo>
                <a:lnTo>
                  <a:pt x="3647989" y="69401"/>
                </a:lnTo>
                <a:lnTo>
                  <a:pt x="3700741" y="58790"/>
                </a:lnTo>
                <a:lnTo>
                  <a:pt x="3753824" y="48656"/>
                </a:lnTo>
                <a:lnTo>
                  <a:pt x="3786956" y="53109"/>
                </a:lnTo>
                <a:lnTo>
                  <a:pt x="3840793" y="44065"/>
                </a:lnTo>
                <a:lnTo>
                  <a:pt x="3895054" y="35632"/>
                </a:lnTo>
                <a:lnTo>
                  <a:pt x="3949768" y="27856"/>
                </a:lnTo>
                <a:lnTo>
                  <a:pt x="4004968" y="20780"/>
                </a:lnTo>
                <a:lnTo>
                  <a:pt x="4040372" y="28513"/>
                </a:lnTo>
                <a:lnTo>
                  <a:pt x="4096634" y="22972"/>
                </a:lnTo>
                <a:lnTo>
                  <a:pt x="4153475" y="18265"/>
                </a:lnTo>
                <a:lnTo>
                  <a:pt x="4190612" y="28502"/>
                </a:lnTo>
                <a:lnTo>
                  <a:pt x="4248700" y="25598"/>
                </a:lnTo>
                <a:lnTo>
                  <a:pt x="4307459" y="23662"/>
                </a:lnTo>
                <a:lnTo>
                  <a:pt x="4346607" y="36802"/>
                </a:lnTo>
                <a:lnTo>
                  <a:pt x="4386487" y="51000"/>
                </a:lnTo>
                <a:lnTo>
                  <a:pt x="4447442" y="52236"/>
                </a:lnTo>
                <a:lnTo>
                  <a:pt x="4488878" y="68683"/>
                </a:lnTo>
                <a:lnTo>
                  <a:pt x="4531140" y="86320"/>
                </a:lnTo>
                <a:lnTo>
                  <a:pt x="4594568" y="91129"/>
                </a:lnTo>
                <a:lnTo>
                  <a:pt x="4726567" y="151572"/>
                </a:lnTo>
                <a:lnTo>
                  <a:pt x="4750975" y="186824"/>
                </a:lnTo>
                <a:lnTo>
                  <a:pt x="4796142" y="208657"/>
                </a:lnTo>
                <a:lnTo>
                  <a:pt x="4887713" y="254111"/>
                </a:lnTo>
                <a:lnTo>
                  <a:pt x="4982453" y="390943"/>
                </a:lnTo>
                <a:lnTo>
                  <a:pt x="4888728" y="342378"/>
                </a:lnTo>
                <a:lnTo>
                  <a:pt x="4862705" y="304792"/>
                </a:lnTo>
                <a:lnTo>
                  <a:pt x="4771225" y="259470"/>
                </a:lnTo>
                <a:lnTo>
                  <a:pt x="4746447" y="223684"/>
                </a:lnTo>
                <a:lnTo>
                  <a:pt x="4701829" y="202643"/>
                </a:lnTo>
                <a:lnTo>
                  <a:pt x="4657709" y="182321"/>
                </a:lnTo>
                <a:lnTo>
                  <a:pt x="4570332" y="142924"/>
                </a:lnTo>
                <a:lnTo>
                  <a:pt x="4527441" y="124378"/>
                </a:lnTo>
                <a:lnTo>
                  <a:pt x="4465098" y="121136"/>
                </a:lnTo>
                <a:lnTo>
                  <a:pt x="4423890" y="105021"/>
                </a:lnTo>
                <a:lnTo>
                  <a:pt x="4383473" y="90047"/>
                </a:lnTo>
                <a:lnTo>
                  <a:pt x="4323500" y="90230"/>
                </a:lnTo>
                <a:lnTo>
                  <a:pt x="4284562" y="77393"/>
                </a:lnTo>
                <a:lnTo>
                  <a:pt x="4226001" y="79613"/>
                </a:lnTo>
                <a:lnTo>
                  <a:pt x="4168094" y="82780"/>
                </a:lnTo>
                <a:lnTo>
                  <a:pt x="4131120" y="72779"/>
                </a:lnTo>
                <a:lnTo>
                  <a:pt x="4074421" y="77689"/>
                </a:lnTo>
                <a:lnTo>
                  <a:pt x="4018275" y="83398"/>
                </a:lnTo>
                <a:lnTo>
                  <a:pt x="3982959" y="75793"/>
                </a:lnTo>
                <a:lnTo>
                  <a:pt x="3927817" y="82952"/>
                </a:lnTo>
                <a:lnTo>
                  <a:pt x="3873126" y="90762"/>
                </a:lnTo>
                <a:lnTo>
                  <a:pt x="3818851" y="99174"/>
                </a:lnTo>
                <a:lnTo>
                  <a:pt x="3764960" y="108140"/>
                </a:lnTo>
                <a:lnTo>
                  <a:pt x="3711418" y="117610"/>
                </a:lnTo>
                <a:lnTo>
                  <a:pt x="3658192" y="127536"/>
                </a:lnTo>
                <a:lnTo>
                  <a:pt x="3605246" y="137868"/>
                </a:lnTo>
                <a:lnTo>
                  <a:pt x="3572860" y="134493"/>
                </a:lnTo>
                <a:lnTo>
                  <a:pt x="3520375" y="145491"/>
                </a:lnTo>
                <a:lnTo>
                  <a:pt x="3468070" y="156747"/>
                </a:lnTo>
                <a:lnTo>
                  <a:pt x="3416269" y="168732"/>
                </a:lnTo>
                <a:lnTo>
                  <a:pt x="3364610" y="180921"/>
                </a:lnTo>
                <a:lnTo>
                  <a:pt x="3313078" y="193295"/>
                </a:lnTo>
                <a:lnTo>
                  <a:pt x="3261658" y="205830"/>
                </a:lnTo>
                <a:lnTo>
                  <a:pt x="3230647" y="204441"/>
                </a:lnTo>
                <a:lnTo>
                  <a:pt x="3179407" y="217235"/>
                </a:lnTo>
                <a:lnTo>
                  <a:pt x="3128233" y="230125"/>
                </a:lnTo>
                <a:lnTo>
                  <a:pt x="3077111" y="243091"/>
                </a:lnTo>
                <a:lnTo>
                  <a:pt x="2821709" y="308218"/>
                </a:lnTo>
                <a:lnTo>
                  <a:pt x="2790872" y="307080"/>
                </a:lnTo>
                <a:lnTo>
                  <a:pt x="2739670" y="319931"/>
                </a:lnTo>
                <a:lnTo>
                  <a:pt x="2688402" y="332684"/>
                </a:lnTo>
                <a:lnTo>
                  <a:pt x="2637052" y="345320"/>
                </a:lnTo>
                <a:lnTo>
                  <a:pt x="2585606" y="357818"/>
                </a:lnTo>
                <a:lnTo>
                  <a:pt x="2534049" y="370155"/>
                </a:lnTo>
                <a:lnTo>
                  <a:pt x="2482367" y="382312"/>
                </a:lnTo>
                <a:lnTo>
                  <a:pt x="2430545" y="394266"/>
                </a:lnTo>
                <a:lnTo>
                  <a:pt x="2398881" y="391934"/>
                </a:lnTo>
                <a:lnTo>
                  <a:pt x="2346386" y="402917"/>
                </a:lnTo>
                <a:lnTo>
                  <a:pt x="2293691" y="413610"/>
                </a:lnTo>
                <a:lnTo>
                  <a:pt x="2240779" y="423991"/>
                </a:lnTo>
                <a:lnTo>
                  <a:pt x="2187635" y="434036"/>
                </a:lnTo>
                <a:lnTo>
                  <a:pt x="2134242" y="443720"/>
                </a:lnTo>
                <a:lnTo>
                  <a:pt x="2080583" y="453021"/>
                </a:lnTo>
                <a:lnTo>
                  <a:pt x="2026642" y="461915"/>
                </a:lnTo>
                <a:lnTo>
                  <a:pt x="1992714" y="456314"/>
                </a:lnTo>
                <a:lnTo>
                  <a:pt x="1938159" y="464321"/>
                </a:lnTo>
                <a:lnTo>
                  <a:pt x="1883273" y="471850"/>
                </a:lnTo>
                <a:lnTo>
                  <a:pt x="1828038" y="478876"/>
                </a:lnTo>
                <a:lnTo>
                  <a:pt x="1772440" y="485376"/>
                </a:lnTo>
                <a:lnTo>
                  <a:pt x="1736772" y="477262"/>
                </a:lnTo>
                <a:lnTo>
                  <a:pt x="1680395" y="482638"/>
                </a:lnTo>
                <a:lnTo>
                  <a:pt x="1623605" y="487416"/>
                </a:lnTo>
                <a:lnTo>
                  <a:pt x="1566384" y="491573"/>
                </a:lnTo>
                <a:lnTo>
                  <a:pt x="1529029" y="481021"/>
                </a:lnTo>
                <a:lnTo>
                  <a:pt x="1470898" y="483864"/>
                </a:lnTo>
                <a:lnTo>
                  <a:pt x="1412288" y="486015"/>
                </a:lnTo>
                <a:lnTo>
                  <a:pt x="1374158" y="474344"/>
                </a:lnTo>
                <a:lnTo>
                  <a:pt x="1315246" y="476059"/>
                </a:lnTo>
                <a:lnTo>
                  <a:pt x="1276195" y="463058"/>
                </a:lnTo>
                <a:lnTo>
                  <a:pt x="1216397" y="463493"/>
                </a:lnTo>
                <a:lnTo>
                  <a:pt x="1176494" y="449262"/>
                </a:lnTo>
                <a:lnTo>
                  <a:pt x="1136193" y="434456"/>
                </a:lnTo>
                <a:lnTo>
                  <a:pt x="1075199" y="433163"/>
                </a:lnTo>
                <a:lnTo>
                  <a:pt x="1034153" y="417282"/>
                </a:lnTo>
                <a:lnTo>
                  <a:pt x="972450" y="414965"/>
                </a:lnTo>
                <a:lnTo>
                  <a:pt x="888701" y="380808"/>
                </a:lnTo>
                <a:lnTo>
                  <a:pt x="846379" y="363083"/>
                </a:lnTo>
                <a:lnTo>
                  <a:pt x="783470" y="359025"/>
                </a:lnTo>
                <a:lnTo>
                  <a:pt x="654208" y="302535"/>
                </a:lnTo>
                <a:lnTo>
                  <a:pt x="590378" y="297145"/>
                </a:lnTo>
                <a:lnTo>
                  <a:pt x="370345" y="196356"/>
                </a:lnTo>
                <a:lnTo>
                  <a:pt x="305663" y="189737"/>
                </a:lnTo>
                <a:lnTo>
                  <a:pt x="127560" y="106106"/>
                </a:lnTo>
                <a:lnTo>
                  <a:pt x="0" y="45033"/>
                </a:lnTo>
                <a:close/>
              </a:path>
              <a:path w="5731510" h="1903729">
                <a:moveTo>
                  <a:pt x="5678306" y="1439346"/>
                </a:moveTo>
                <a:lnTo>
                  <a:pt x="5578336" y="1294961"/>
                </a:lnTo>
                <a:lnTo>
                  <a:pt x="5571582" y="1241806"/>
                </a:lnTo>
                <a:lnTo>
                  <a:pt x="5688186" y="1410215"/>
                </a:lnTo>
                <a:lnTo>
                  <a:pt x="5678306" y="1439346"/>
                </a:lnTo>
                <a:close/>
              </a:path>
              <a:path w="5731510" h="1903729">
                <a:moveTo>
                  <a:pt x="5666259" y="1903322"/>
                </a:moveTo>
                <a:lnTo>
                  <a:pt x="5671806" y="1863955"/>
                </a:lnTo>
                <a:lnTo>
                  <a:pt x="5661392" y="1805514"/>
                </a:lnTo>
                <a:lnTo>
                  <a:pt x="5671345" y="1733090"/>
                </a:lnTo>
                <a:lnTo>
                  <a:pt x="5661362" y="1675272"/>
                </a:lnTo>
                <a:lnTo>
                  <a:pt x="5672387" y="1604396"/>
                </a:lnTo>
                <a:lnTo>
                  <a:pt x="5664117" y="1549051"/>
                </a:lnTo>
                <a:lnTo>
                  <a:pt x="5636870" y="1509700"/>
                </a:lnTo>
                <a:lnTo>
                  <a:pt x="5647232" y="1481265"/>
                </a:lnTo>
                <a:lnTo>
                  <a:pt x="5627138" y="1452244"/>
                </a:lnTo>
                <a:lnTo>
                  <a:pt x="5637305" y="1423529"/>
                </a:lnTo>
                <a:lnTo>
                  <a:pt x="5611225" y="1385862"/>
                </a:lnTo>
                <a:lnTo>
                  <a:pt x="5605101" y="1333617"/>
                </a:lnTo>
                <a:lnTo>
                  <a:pt x="5709217" y="1483990"/>
                </a:lnTo>
                <a:lnTo>
                  <a:pt x="5715817" y="1536920"/>
                </a:lnTo>
                <a:lnTo>
                  <a:pt x="5723599" y="1591561"/>
                </a:lnTo>
                <a:lnTo>
                  <a:pt x="5711976" y="1661573"/>
                </a:lnTo>
                <a:lnTo>
                  <a:pt x="5730958" y="1775787"/>
                </a:lnTo>
                <a:lnTo>
                  <a:pt x="5720384" y="1847315"/>
                </a:lnTo>
                <a:lnTo>
                  <a:pt x="5729722" y="1903322"/>
                </a:lnTo>
                <a:lnTo>
                  <a:pt x="5666259" y="1903322"/>
                </a:lnTo>
                <a:close/>
              </a:path>
            </a:pathLst>
          </a:custGeom>
          <a:solidFill>
            <a:srgbClr val="D89C6B">
              <a:alpha val="96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6355715" cy="3652520"/>
          </a:xfrm>
          <a:custGeom>
            <a:avLst/>
            <a:gdLst/>
            <a:ahLst/>
            <a:cxnLst/>
            <a:rect l="l" t="t" r="r" b="b"/>
            <a:pathLst>
              <a:path w="6355715" h="3652520">
                <a:moveTo>
                  <a:pt x="0" y="0"/>
                </a:moveTo>
                <a:lnTo>
                  <a:pt x="6309934" y="0"/>
                </a:lnTo>
                <a:lnTo>
                  <a:pt x="6323600" y="78630"/>
                </a:lnTo>
                <a:lnTo>
                  <a:pt x="6330827" y="127393"/>
                </a:lnTo>
                <a:lnTo>
                  <a:pt x="6337153" y="176239"/>
                </a:lnTo>
                <a:lnTo>
                  <a:pt x="6342564" y="225151"/>
                </a:lnTo>
                <a:lnTo>
                  <a:pt x="6347049" y="274111"/>
                </a:lnTo>
                <a:lnTo>
                  <a:pt x="6350593" y="323104"/>
                </a:lnTo>
                <a:lnTo>
                  <a:pt x="6353185" y="372110"/>
                </a:lnTo>
                <a:lnTo>
                  <a:pt x="6354811" y="421113"/>
                </a:lnTo>
                <a:lnTo>
                  <a:pt x="6355460" y="470096"/>
                </a:lnTo>
                <a:lnTo>
                  <a:pt x="6355116" y="519041"/>
                </a:lnTo>
                <a:lnTo>
                  <a:pt x="6353769" y="567932"/>
                </a:lnTo>
                <a:lnTo>
                  <a:pt x="6351405" y="616750"/>
                </a:lnTo>
                <a:lnTo>
                  <a:pt x="6348012" y="665480"/>
                </a:lnTo>
                <a:lnTo>
                  <a:pt x="6343575" y="714103"/>
                </a:lnTo>
                <a:lnTo>
                  <a:pt x="6338084" y="762602"/>
                </a:lnTo>
                <a:lnTo>
                  <a:pt x="6331524" y="810961"/>
                </a:lnTo>
                <a:lnTo>
                  <a:pt x="6323883" y="859161"/>
                </a:lnTo>
                <a:lnTo>
                  <a:pt x="6315149" y="907186"/>
                </a:lnTo>
                <a:lnTo>
                  <a:pt x="6305307" y="955018"/>
                </a:lnTo>
                <a:lnTo>
                  <a:pt x="6294347" y="1002641"/>
                </a:lnTo>
                <a:lnTo>
                  <a:pt x="6282253" y="1050037"/>
                </a:lnTo>
                <a:lnTo>
                  <a:pt x="6269015" y="1097188"/>
                </a:lnTo>
                <a:lnTo>
                  <a:pt x="6254619" y="1144078"/>
                </a:lnTo>
                <a:lnTo>
                  <a:pt x="6239052" y="1190689"/>
                </a:lnTo>
                <a:lnTo>
                  <a:pt x="6222670" y="1235813"/>
                </a:lnTo>
                <a:lnTo>
                  <a:pt x="6205056" y="1280523"/>
                </a:lnTo>
                <a:lnTo>
                  <a:pt x="6186232" y="1324789"/>
                </a:lnTo>
                <a:lnTo>
                  <a:pt x="6166221" y="1368579"/>
                </a:lnTo>
                <a:lnTo>
                  <a:pt x="6145047" y="1411861"/>
                </a:lnTo>
                <a:lnTo>
                  <a:pt x="6122732" y="1454606"/>
                </a:lnTo>
                <a:lnTo>
                  <a:pt x="6099300" y="1496780"/>
                </a:lnTo>
                <a:lnTo>
                  <a:pt x="6074773" y="1538353"/>
                </a:lnTo>
                <a:lnTo>
                  <a:pt x="6049175" y="1579294"/>
                </a:lnTo>
                <a:lnTo>
                  <a:pt x="6022528" y="1619571"/>
                </a:lnTo>
                <a:lnTo>
                  <a:pt x="5994856" y="1659153"/>
                </a:lnTo>
                <a:lnTo>
                  <a:pt x="5966182" y="1698009"/>
                </a:lnTo>
                <a:lnTo>
                  <a:pt x="5936528" y="1736107"/>
                </a:lnTo>
                <a:lnTo>
                  <a:pt x="5905919" y="1773416"/>
                </a:lnTo>
                <a:lnTo>
                  <a:pt x="5874376" y="1809905"/>
                </a:lnTo>
                <a:lnTo>
                  <a:pt x="5841923" y="1845542"/>
                </a:lnTo>
                <a:lnTo>
                  <a:pt x="5808583" y="1880297"/>
                </a:lnTo>
                <a:lnTo>
                  <a:pt x="5774379" y="1914138"/>
                </a:lnTo>
                <a:lnTo>
                  <a:pt x="5739334" y="1947033"/>
                </a:lnTo>
                <a:lnTo>
                  <a:pt x="5703471" y="1978951"/>
                </a:lnTo>
                <a:lnTo>
                  <a:pt x="5666813" y="2009862"/>
                </a:lnTo>
                <a:lnTo>
                  <a:pt x="5629383" y="2039733"/>
                </a:lnTo>
                <a:lnTo>
                  <a:pt x="5591205" y="2068533"/>
                </a:lnTo>
                <a:lnTo>
                  <a:pt x="5552300" y="2096232"/>
                </a:lnTo>
                <a:lnTo>
                  <a:pt x="5512694" y="2122798"/>
                </a:lnTo>
                <a:lnTo>
                  <a:pt x="5472407" y="2148198"/>
                </a:lnTo>
                <a:lnTo>
                  <a:pt x="5431464" y="2172404"/>
                </a:lnTo>
                <a:lnTo>
                  <a:pt x="5389887" y="2195382"/>
                </a:lnTo>
                <a:lnTo>
                  <a:pt x="5347700" y="2217101"/>
                </a:lnTo>
                <a:lnTo>
                  <a:pt x="5304925" y="2237531"/>
                </a:lnTo>
                <a:lnTo>
                  <a:pt x="5261586" y="2256640"/>
                </a:lnTo>
                <a:lnTo>
                  <a:pt x="5217706" y="2274397"/>
                </a:lnTo>
                <a:lnTo>
                  <a:pt x="5173307" y="2290770"/>
                </a:lnTo>
                <a:lnTo>
                  <a:pt x="5128413" y="2305728"/>
                </a:lnTo>
                <a:lnTo>
                  <a:pt x="5083047" y="2319241"/>
                </a:lnTo>
                <a:lnTo>
                  <a:pt x="5037231" y="2331275"/>
                </a:lnTo>
                <a:lnTo>
                  <a:pt x="4990990" y="2341801"/>
                </a:lnTo>
                <a:lnTo>
                  <a:pt x="4944345" y="2350787"/>
                </a:lnTo>
                <a:lnTo>
                  <a:pt x="4897321" y="2358201"/>
                </a:lnTo>
                <a:lnTo>
                  <a:pt x="4849939" y="2364013"/>
                </a:lnTo>
                <a:lnTo>
                  <a:pt x="4802223" y="2368190"/>
                </a:lnTo>
                <a:lnTo>
                  <a:pt x="4753231" y="2370804"/>
                </a:lnTo>
                <a:lnTo>
                  <a:pt x="4704383" y="2371824"/>
                </a:lnTo>
                <a:lnTo>
                  <a:pt x="4655676" y="2371319"/>
                </a:lnTo>
                <a:lnTo>
                  <a:pt x="4607106" y="2369353"/>
                </a:lnTo>
                <a:lnTo>
                  <a:pt x="4558669" y="2365993"/>
                </a:lnTo>
                <a:lnTo>
                  <a:pt x="4510361" y="2361306"/>
                </a:lnTo>
                <a:lnTo>
                  <a:pt x="4462178" y="2355356"/>
                </a:lnTo>
                <a:lnTo>
                  <a:pt x="4414118" y="2348211"/>
                </a:lnTo>
                <a:lnTo>
                  <a:pt x="4366175" y="2339937"/>
                </a:lnTo>
                <a:lnTo>
                  <a:pt x="4318347" y="2330600"/>
                </a:lnTo>
                <a:lnTo>
                  <a:pt x="4270629" y="2320266"/>
                </a:lnTo>
                <a:lnTo>
                  <a:pt x="4223018" y="2309000"/>
                </a:lnTo>
                <a:lnTo>
                  <a:pt x="4175510" y="2296871"/>
                </a:lnTo>
                <a:lnTo>
                  <a:pt x="4128101" y="2283942"/>
                </a:lnTo>
                <a:lnTo>
                  <a:pt x="4080788" y="2270282"/>
                </a:lnTo>
                <a:lnTo>
                  <a:pt x="4033566" y="2255955"/>
                </a:lnTo>
                <a:lnTo>
                  <a:pt x="3986432" y="2241028"/>
                </a:lnTo>
                <a:lnTo>
                  <a:pt x="3939382" y="2225568"/>
                </a:lnTo>
                <a:lnTo>
                  <a:pt x="3892413" y="2209640"/>
                </a:lnTo>
                <a:lnTo>
                  <a:pt x="3845520" y="2193310"/>
                </a:lnTo>
                <a:lnTo>
                  <a:pt x="3798700" y="2176645"/>
                </a:lnTo>
                <a:lnTo>
                  <a:pt x="3751949" y="2159711"/>
                </a:lnTo>
                <a:lnTo>
                  <a:pt x="3705264" y="2142574"/>
                </a:lnTo>
                <a:lnTo>
                  <a:pt x="3658640" y="2125300"/>
                </a:lnTo>
                <a:lnTo>
                  <a:pt x="3565561" y="2090607"/>
                </a:lnTo>
                <a:lnTo>
                  <a:pt x="3519099" y="2073320"/>
                </a:lnTo>
                <a:lnTo>
                  <a:pt x="3472684" y="2056161"/>
                </a:lnTo>
                <a:lnTo>
                  <a:pt x="3426311" y="2039196"/>
                </a:lnTo>
                <a:lnTo>
                  <a:pt x="3379977" y="2022491"/>
                </a:lnTo>
                <a:lnTo>
                  <a:pt x="3333446" y="2006114"/>
                </a:lnTo>
                <a:lnTo>
                  <a:pt x="3286506" y="1990133"/>
                </a:lnTo>
                <a:lnTo>
                  <a:pt x="3239191" y="1974609"/>
                </a:lnTo>
                <a:lnTo>
                  <a:pt x="3191537" y="1959607"/>
                </a:lnTo>
                <a:lnTo>
                  <a:pt x="3143579" y="1945191"/>
                </a:lnTo>
                <a:lnTo>
                  <a:pt x="3095349" y="1931422"/>
                </a:lnTo>
                <a:lnTo>
                  <a:pt x="3046884" y="1918366"/>
                </a:lnTo>
                <a:lnTo>
                  <a:pt x="2998218" y="1906084"/>
                </a:lnTo>
                <a:lnTo>
                  <a:pt x="2949386" y="1894641"/>
                </a:lnTo>
                <a:lnTo>
                  <a:pt x="2900421" y="1884101"/>
                </a:lnTo>
                <a:lnTo>
                  <a:pt x="2851359" y="1874525"/>
                </a:lnTo>
                <a:lnTo>
                  <a:pt x="2802235" y="1865979"/>
                </a:lnTo>
                <a:lnTo>
                  <a:pt x="2753082" y="1858524"/>
                </a:lnTo>
                <a:lnTo>
                  <a:pt x="2703936" y="1852225"/>
                </a:lnTo>
                <a:lnTo>
                  <a:pt x="2654831" y="1847145"/>
                </a:lnTo>
                <a:lnTo>
                  <a:pt x="2605802" y="1843347"/>
                </a:lnTo>
                <a:lnTo>
                  <a:pt x="2556883" y="1840896"/>
                </a:lnTo>
                <a:lnTo>
                  <a:pt x="2508109" y="1839853"/>
                </a:lnTo>
                <a:lnTo>
                  <a:pt x="2459515" y="1840283"/>
                </a:lnTo>
                <a:lnTo>
                  <a:pt x="2411135" y="1842248"/>
                </a:lnTo>
                <a:lnTo>
                  <a:pt x="2363003" y="1845814"/>
                </a:lnTo>
                <a:lnTo>
                  <a:pt x="2315155" y="1851041"/>
                </a:lnTo>
                <a:lnTo>
                  <a:pt x="2267625" y="1857995"/>
                </a:lnTo>
                <a:lnTo>
                  <a:pt x="2220448" y="1866739"/>
                </a:lnTo>
                <a:lnTo>
                  <a:pt x="2173657" y="1877335"/>
                </a:lnTo>
                <a:lnTo>
                  <a:pt x="2127289" y="1889848"/>
                </a:lnTo>
                <a:lnTo>
                  <a:pt x="2081377" y="1904340"/>
                </a:lnTo>
                <a:lnTo>
                  <a:pt x="2035955" y="1920876"/>
                </a:lnTo>
                <a:lnTo>
                  <a:pt x="1991060" y="1939518"/>
                </a:lnTo>
                <a:lnTo>
                  <a:pt x="1946725" y="1960330"/>
                </a:lnTo>
                <a:lnTo>
                  <a:pt x="1903714" y="1982949"/>
                </a:lnTo>
                <a:lnTo>
                  <a:pt x="1862091" y="2007224"/>
                </a:lnTo>
                <a:lnTo>
                  <a:pt x="1821787" y="2033077"/>
                </a:lnTo>
                <a:lnTo>
                  <a:pt x="1782735" y="2060430"/>
                </a:lnTo>
                <a:lnTo>
                  <a:pt x="1744866" y="2089204"/>
                </a:lnTo>
                <a:lnTo>
                  <a:pt x="1708112" y="2119322"/>
                </a:lnTo>
                <a:lnTo>
                  <a:pt x="1672406" y="2150706"/>
                </a:lnTo>
                <a:lnTo>
                  <a:pt x="1637679" y="2183278"/>
                </a:lnTo>
                <a:lnTo>
                  <a:pt x="1603863" y="2216959"/>
                </a:lnTo>
                <a:lnTo>
                  <a:pt x="1570890" y="2251672"/>
                </a:lnTo>
                <a:lnTo>
                  <a:pt x="1538693" y="2287339"/>
                </a:lnTo>
                <a:lnTo>
                  <a:pt x="1507202" y="2323881"/>
                </a:lnTo>
                <a:lnTo>
                  <a:pt x="1476351" y="2361221"/>
                </a:lnTo>
                <a:lnTo>
                  <a:pt x="1446070" y="2399280"/>
                </a:lnTo>
                <a:lnTo>
                  <a:pt x="1416293" y="2437981"/>
                </a:lnTo>
                <a:lnTo>
                  <a:pt x="1386950" y="2477245"/>
                </a:lnTo>
                <a:lnTo>
                  <a:pt x="1357974" y="2516995"/>
                </a:lnTo>
                <a:lnTo>
                  <a:pt x="1272568" y="2638378"/>
                </a:lnTo>
                <a:lnTo>
                  <a:pt x="1131212" y="2843110"/>
                </a:lnTo>
                <a:lnTo>
                  <a:pt x="1073428" y="2924032"/>
                </a:lnTo>
                <a:lnTo>
                  <a:pt x="1043997" y="2963973"/>
                </a:lnTo>
                <a:lnTo>
                  <a:pt x="1014117" y="3003463"/>
                </a:lnTo>
                <a:lnTo>
                  <a:pt x="983719" y="3042425"/>
                </a:lnTo>
                <a:lnTo>
                  <a:pt x="952736" y="3080779"/>
                </a:lnTo>
                <a:lnTo>
                  <a:pt x="921098" y="3118449"/>
                </a:lnTo>
                <a:lnTo>
                  <a:pt x="888739" y="3155356"/>
                </a:lnTo>
                <a:lnTo>
                  <a:pt x="855591" y="3191422"/>
                </a:lnTo>
                <a:lnTo>
                  <a:pt x="821584" y="3226569"/>
                </a:lnTo>
                <a:lnTo>
                  <a:pt x="786652" y="3260719"/>
                </a:lnTo>
                <a:lnTo>
                  <a:pt x="750725" y="3293794"/>
                </a:lnTo>
                <a:lnTo>
                  <a:pt x="714125" y="3325355"/>
                </a:lnTo>
                <a:lnTo>
                  <a:pt x="676501" y="3355643"/>
                </a:lnTo>
                <a:lnTo>
                  <a:pt x="637901" y="3384646"/>
                </a:lnTo>
                <a:lnTo>
                  <a:pt x="598371" y="3412352"/>
                </a:lnTo>
                <a:lnTo>
                  <a:pt x="557958" y="3438747"/>
                </a:lnTo>
                <a:lnTo>
                  <a:pt x="516710" y="3463819"/>
                </a:lnTo>
                <a:lnTo>
                  <a:pt x="474673" y="3487556"/>
                </a:lnTo>
                <a:lnTo>
                  <a:pt x="431894" y="3509943"/>
                </a:lnTo>
                <a:lnTo>
                  <a:pt x="388420" y="3530970"/>
                </a:lnTo>
                <a:lnTo>
                  <a:pt x="344297" y="3550623"/>
                </a:lnTo>
                <a:lnTo>
                  <a:pt x="299574" y="3568890"/>
                </a:lnTo>
                <a:lnTo>
                  <a:pt x="254297" y="3585757"/>
                </a:lnTo>
                <a:lnTo>
                  <a:pt x="208512" y="3601213"/>
                </a:lnTo>
                <a:lnTo>
                  <a:pt x="162267" y="3615244"/>
                </a:lnTo>
                <a:lnTo>
                  <a:pt x="115608" y="3627837"/>
                </a:lnTo>
                <a:lnTo>
                  <a:pt x="68584" y="3638981"/>
                </a:lnTo>
                <a:lnTo>
                  <a:pt x="21239" y="3648662"/>
                </a:lnTo>
                <a:lnTo>
                  <a:pt x="0" y="3652323"/>
                </a:lnTo>
                <a:lnTo>
                  <a:pt x="0" y="0"/>
                </a:lnTo>
                <a:close/>
              </a:path>
            </a:pathLst>
          </a:custGeom>
          <a:solidFill>
            <a:srgbClr val="253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297" y="1108"/>
            <a:ext cx="6013450" cy="3816350"/>
          </a:xfrm>
          <a:custGeom>
            <a:avLst/>
            <a:gdLst/>
            <a:ahLst/>
            <a:cxnLst/>
            <a:rect l="l" t="t" r="r" b="b"/>
            <a:pathLst>
              <a:path w="6013450" h="3816350">
                <a:moveTo>
                  <a:pt x="5735477" y="1616701"/>
                </a:moveTo>
                <a:lnTo>
                  <a:pt x="5927696" y="1171397"/>
                </a:lnTo>
                <a:lnTo>
                  <a:pt x="5920161" y="1220897"/>
                </a:lnTo>
                <a:lnTo>
                  <a:pt x="5766271" y="1577407"/>
                </a:lnTo>
                <a:lnTo>
                  <a:pt x="5735477" y="1616701"/>
                </a:lnTo>
                <a:close/>
              </a:path>
              <a:path w="6013450" h="3816350">
                <a:moveTo>
                  <a:pt x="5921183" y="805"/>
                </a:moveTo>
                <a:lnTo>
                  <a:pt x="5963029" y="0"/>
                </a:lnTo>
                <a:lnTo>
                  <a:pt x="5975546" y="35091"/>
                </a:lnTo>
                <a:lnTo>
                  <a:pt x="5987429" y="135746"/>
                </a:lnTo>
                <a:lnTo>
                  <a:pt x="6009450" y="341093"/>
                </a:lnTo>
                <a:lnTo>
                  <a:pt x="6002947" y="388205"/>
                </a:lnTo>
                <a:lnTo>
                  <a:pt x="6012859" y="493422"/>
                </a:lnTo>
                <a:lnTo>
                  <a:pt x="6006770" y="539576"/>
                </a:lnTo>
                <a:lnTo>
                  <a:pt x="6012175" y="591145"/>
                </a:lnTo>
                <a:lnTo>
                  <a:pt x="6005764" y="638042"/>
                </a:lnTo>
                <a:lnTo>
                  <a:pt x="6010867" y="690311"/>
                </a:lnTo>
                <a:lnTo>
                  <a:pt x="5946850" y="1127024"/>
                </a:lnTo>
                <a:lnTo>
                  <a:pt x="5716397" y="1660903"/>
                </a:lnTo>
                <a:lnTo>
                  <a:pt x="5655118" y="1738772"/>
                </a:lnTo>
                <a:lnTo>
                  <a:pt x="5867551" y="1246641"/>
                </a:lnTo>
                <a:lnTo>
                  <a:pt x="5875258" y="1196741"/>
                </a:lnTo>
                <a:lnTo>
                  <a:pt x="5894578" y="1151982"/>
                </a:lnTo>
                <a:lnTo>
                  <a:pt x="5902184" y="1102317"/>
                </a:lnTo>
                <a:lnTo>
                  <a:pt x="5921389" y="1057827"/>
                </a:lnTo>
                <a:lnTo>
                  <a:pt x="5964951" y="764635"/>
                </a:lnTo>
                <a:lnTo>
                  <a:pt x="5960200" y="711552"/>
                </a:lnTo>
                <a:lnTo>
                  <a:pt x="5973650" y="616302"/>
                </a:lnTo>
                <a:lnTo>
                  <a:pt x="5963242" y="512231"/>
                </a:lnTo>
                <a:lnTo>
                  <a:pt x="5969478" y="465739"/>
                </a:lnTo>
                <a:lnTo>
                  <a:pt x="5958154" y="363792"/>
                </a:lnTo>
                <a:lnTo>
                  <a:pt x="5963899" y="318437"/>
                </a:lnTo>
                <a:lnTo>
                  <a:pt x="5945056" y="169817"/>
                </a:lnTo>
                <a:lnTo>
                  <a:pt x="5938385" y="121181"/>
                </a:lnTo>
                <a:lnTo>
                  <a:pt x="5926024" y="21635"/>
                </a:lnTo>
                <a:lnTo>
                  <a:pt x="5921183" y="805"/>
                </a:lnTo>
                <a:close/>
              </a:path>
              <a:path w="6013450" h="3816350">
                <a:moveTo>
                  <a:pt x="1301458" y="2275125"/>
                </a:moveTo>
                <a:lnTo>
                  <a:pt x="1389830" y="2070398"/>
                </a:lnTo>
                <a:lnTo>
                  <a:pt x="1451764" y="1991011"/>
                </a:lnTo>
                <a:lnTo>
                  <a:pt x="1494207" y="1956777"/>
                </a:lnTo>
                <a:lnTo>
                  <a:pt x="1585468" y="1841492"/>
                </a:lnTo>
                <a:lnTo>
                  <a:pt x="1668433" y="1777475"/>
                </a:lnTo>
                <a:lnTo>
                  <a:pt x="1697808" y="1741467"/>
                </a:lnTo>
                <a:lnTo>
                  <a:pt x="1738508" y="1711272"/>
                </a:lnTo>
                <a:lnTo>
                  <a:pt x="1778841" y="1681925"/>
                </a:lnTo>
                <a:lnTo>
                  <a:pt x="1818780" y="1653492"/>
                </a:lnTo>
                <a:lnTo>
                  <a:pt x="1858294" y="1626042"/>
                </a:lnTo>
                <a:lnTo>
                  <a:pt x="1909015" y="1604675"/>
                </a:lnTo>
                <a:lnTo>
                  <a:pt x="1947594" y="1579392"/>
                </a:lnTo>
                <a:lnTo>
                  <a:pt x="1997322" y="1560328"/>
                </a:lnTo>
                <a:lnTo>
                  <a:pt x="2034848" y="1537482"/>
                </a:lnTo>
                <a:lnTo>
                  <a:pt x="2083465" y="1520990"/>
                </a:lnTo>
                <a:lnTo>
                  <a:pt x="2131483" y="1505886"/>
                </a:lnTo>
                <a:lnTo>
                  <a:pt x="2178873" y="1492237"/>
                </a:lnTo>
                <a:lnTo>
                  <a:pt x="2236902" y="1485986"/>
                </a:lnTo>
                <a:lnTo>
                  <a:pt x="2282362" y="1476807"/>
                </a:lnTo>
                <a:lnTo>
                  <a:pt x="2326947" y="1469656"/>
                </a:lnTo>
                <a:lnTo>
                  <a:pt x="2382351" y="1469488"/>
                </a:lnTo>
                <a:lnTo>
                  <a:pt x="2425286" y="1466158"/>
                </a:lnTo>
                <a:lnTo>
                  <a:pt x="2479107" y="1469656"/>
                </a:lnTo>
                <a:lnTo>
                  <a:pt x="2520527" y="1469836"/>
                </a:lnTo>
                <a:lnTo>
                  <a:pt x="2572901" y="1476687"/>
                </a:lnTo>
                <a:lnTo>
                  <a:pt x="2612941" y="1480064"/>
                </a:lnTo>
                <a:lnTo>
                  <a:pt x="2664001" y="1489956"/>
                </a:lnTo>
                <a:lnTo>
                  <a:pt x="2714456" y="1501252"/>
                </a:lnTo>
                <a:lnTo>
                  <a:pt x="2764338" y="1513874"/>
                </a:lnTo>
                <a:lnTo>
                  <a:pt x="2813682" y="1527744"/>
                </a:lnTo>
                <a:lnTo>
                  <a:pt x="2850861" y="1537750"/>
                </a:lnTo>
                <a:lnTo>
                  <a:pt x="2899229" y="1553881"/>
                </a:lnTo>
                <a:lnTo>
                  <a:pt x="2947159" y="1571025"/>
                </a:lnTo>
                <a:lnTo>
                  <a:pt x="2994685" y="1589105"/>
                </a:lnTo>
                <a:lnTo>
                  <a:pt x="3041841" y="1608043"/>
                </a:lnTo>
                <a:lnTo>
                  <a:pt x="3088661" y="1627761"/>
                </a:lnTo>
                <a:lnTo>
                  <a:pt x="3123517" y="1643147"/>
                </a:lnTo>
                <a:lnTo>
                  <a:pt x="3169765" y="1664190"/>
                </a:lnTo>
                <a:lnTo>
                  <a:pt x="3215776" y="1685778"/>
                </a:lnTo>
                <a:lnTo>
                  <a:pt x="3261586" y="1707835"/>
                </a:lnTo>
                <a:lnTo>
                  <a:pt x="3307228" y="1730280"/>
                </a:lnTo>
                <a:lnTo>
                  <a:pt x="3352735" y="1753038"/>
                </a:lnTo>
                <a:lnTo>
                  <a:pt x="3386442" y="1771087"/>
                </a:lnTo>
                <a:lnTo>
                  <a:pt x="3431691" y="1794444"/>
                </a:lnTo>
                <a:lnTo>
                  <a:pt x="3476855" y="1817997"/>
                </a:lnTo>
                <a:lnTo>
                  <a:pt x="3521965" y="1841673"/>
                </a:lnTo>
                <a:lnTo>
                  <a:pt x="3567056" y="1865395"/>
                </a:lnTo>
                <a:lnTo>
                  <a:pt x="3612160" y="1889088"/>
                </a:lnTo>
                <a:lnTo>
                  <a:pt x="3657309" y="1912675"/>
                </a:lnTo>
                <a:lnTo>
                  <a:pt x="3702536" y="1936081"/>
                </a:lnTo>
                <a:lnTo>
                  <a:pt x="3747874" y="1959230"/>
                </a:lnTo>
                <a:lnTo>
                  <a:pt x="3781696" y="1977014"/>
                </a:lnTo>
                <a:lnTo>
                  <a:pt x="3827354" y="1999422"/>
                </a:lnTo>
                <a:lnTo>
                  <a:pt x="3873221" y="2021346"/>
                </a:lnTo>
                <a:lnTo>
                  <a:pt x="3919330" y="2042710"/>
                </a:lnTo>
                <a:lnTo>
                  <a:pt x="3965713" y="2063438"/>
                </a:lnTo>
                <a:lnTo>
                  <a:pt x="4012404" y="2083455"/>
                </a:lnTo>
                <a:lnTo>
                  <a:pt x="4059434" y="2102684"/>
                </a:lnTo>
                <a:lnTo>
                  <a:pt x="4106837" y="2121050"/>
                </a:lnTo>
                <a:lnTo>
                  <a:pt x="4154644" y="2138478"/>
                </a:lnTo>
                <a:lnTo>
                  <a:pt x="4191230" y="2149858"/>
                </a:lnTo>
                <a:lnTo>
                  <a:pt x="4239947" y="2165180"/>
                </a:lnTo>
                <a:lnTo>
                  <a:pt x="4289167" y="2179337"/>
                </a:lnTo>
                <a:lnTo>
                  <a:pt x="4338923" y="2192252"/>
                </a:lnTo>
                <a:lnTo>
                  <a:pt x="4389248" y="2203849"/>
                </a:lnTo>
                <a:lnTo>
                  <a:pt x="4440174" y="2214052"/>
                </a:lnTo>
                <a:lnTo>
                  <a:pt x="4480074" y="2217753"/>
                </a:lnTo>
                <a:lnTo>
                  <a:pt x="4532302" y="2224943"/>
                </a:lnTo>
                <a:lnTo>
                  <a:pt x="4585291" y="2230368"/>
                </a:lnTo>
                <a:lnTo>
                  <a:pt x="4627377" y="2229006"/>
                </a:lnTo>
                <a:lnTo>
                  <a:pt x="4681857" y="2230975"/>
                </a:lnTo>
                <a:lnTo>
                  <a:pt x="4725390" y="2226262"/>
                </a:lnTo>
                <a:lnTo>
                  <a:pt x="4781272" y="2224984"/>
                </a:lnTo>
                <a:lnTo>
                  <a:pt x="4826162" y="2217126"/>
                </a:lnTo>
                <a:lnTo>
                  <a:pt x="4871697" y="2207775"/>
                </a:lnTo>
                <a:lnTo>
                  <a:pt x="4917854" y="2196982"/>
                </a:lnTo>
                <a:lnTo>
                  <a:pt x="4964611" y="2184798"/>
                </a:lnTo>
                <a:lnTo>
                  <a:pt x="5011945" y="2171277"/>
                </a:lnTo>
                <a:lnTo>
                  <a:pt x="5048175" y="2151436"/>
                </a:lnTo>
                <a:lnTo>
                  <a:pt x="5096598" y="2135394"/>
                </a:lnTo>
                <a:lnTo>
                  <a:pt x="5133871" y="2113136"/>
                </a:lnTo>
                <a:lnTo>
                  <a:pt x="5183292" y="2094781"/>
                </a:lnTo>
                <a:lnTo>
                  <a:pt x="5221519" y="2070315"/>
                </a:lnTo>
                <a:lnTo>
                  <a:pt x="5260189" y="2044821"/>
                </a:lnTo>
                <a:lnTo>
                  <a:pt x="5299279" y="2018354"/>
                </a:lnTo>
                <a:lnTo>
                  <a:pt x="5338768" y="1990963"/>
                </a:lnTo>
                <a:lnTo>
                  <a:pt x="5378632" y="1962702"/>
                </a:lnTo>
                <a:lnTo>
                  <a:pt x="5418850" y="1933622"/>
                </a:lnTo>
                <a:lnTo>
                  <a:pt x="5447739" y="1898742"/>
                </a:lnTo>
                <a:lnTo>
                  <a:pt x="5488596" y="1868181"/>
                </a:lnTo>
                <a:lnTo>
                  <a:pt x="5547828" y="1795054"/>
                </a:lnTo>
                <a:lnTo>
                  <a:pt x="5589476" y="1762659"/>
                </a:lnTo>
                <a:lnTo>
                  <a:pt x="5650088" y="1686334"/>
                </a:lnTo>
                <a:lnTo>
                  <a:pt x="5669007" y="1642507"/>
                </a:lnTo>
                <a:lnTo>
                  <a:pt x="5700130" y="1602450"/>
                </a:lnTo>
                <a:lnTo>
                  <a:pt x="5719612" y="1557318"/>
                </a:lnTo>
                <a:lnTo>
                  <a:pt x="5750765" y="1517192"/>
                </a:lnTo>
                <a:lnTo>
                  <a:pt x="5655118" y="1738772"/>
                </a:lnTo>
                <a:lnTo>
                  <a:pt x="5563849" y="1854075"/>
                </a:lnTo>
                <a:lnTo>
                  <a:pt x="5521976" y="1886988"/>
                </a:lnTo>
                <a:lnTo>
                  <a:pt x="5491539" y="1925455"/>
                </a:lnTo>
                <a:lnTo>
                  <a:pt x="5408160" y="1990434"/>
                </a:lnTo>
                <a:lnTo>
                  <a:pt x="5366952" y="2021806"/>
                </a:lnTo>
                <a:lnTo>
                  <a:pt x="5326116" y="2052319"/>
                </a:lnTo>
                <a:lnTo>
                  <a:pt x="5285688" y="2081885"/>
                </a:lnTo>
                <a:lnTo>
                  <a:pt x="5245705" y="2110420"/>
                </a:lnTo>
                <a:lnTo>
                  <a:pt x="5194545" y="2132803"/>
                </a:lnTo>
                <a:lnTo>
                  <a:pt x="5155566" y="2159014"/>
                </a:lnTo>
                <a:lnTo>
                  <a:pt x="5105483" y="2178901"/>
                </a:lnTo>
                <a:lnTo>
                  <a:pt x="5055995" y="2197410"/>
                </a:lnTo>
                <a:lnTo>
                  <a:pt x="5007139" y="2214456"/>
                </a:lnTo>
                <a:lnTo>
                  <a:pt x="4958952" y="2229953"/>
                </a:lnTo>
                <a:lnTo>
                  <a:pt x="4912156" y="2242226"/>
                </a:lnTo>
                <a:lnTo>
                  <a:pt x="4866100" y="2252785"/>
                </a:lnTo>
                <a:lnTo>
                  <a:pt x="4820774" y="2261654"/>
                </a:lnTo>
                <a:lnTo>
                  <a:pt x="4776165" y="2268860"/>
                </a:lnTo>
                <a:lnTo>
                  <a:pt x="4720604" y="2269394"/>
                </a:lnTo>
                <a:lnTo>
                  <a:pt x="4677399" y="2273348"/>
                </a:lnTo>
                <a:lnTo>
                  <a:pt x="4623220" y="2270681"/>
                </a:lnTo>
                <a:lnTo>
                  <a:pt x="4581374" y="2271486"/>
                </a:lnTo>
                <a:lnTo>
                  <a:pt x="4528532" y="2265721"/>
                </a:lnTo>
                <a:lnTo>
                  <a:pt x="4488002" y="2263477"/>
                </a:lnTo>
                <a:lnTo>
                  <a:pt x="4436454" y="2254715"/>
                </a:lnTo>
                <a:lnTo>
                  <a:pt x="4385536" y="2244493"/>
                </a:lnTo>
                <a:lnTo>
                  <a:pt x="4335237" y="2232836"/>
                </a:lnTo>
                <a:lnTo>
                  <a:pt x="4285375" y="2220166"/>
                </a:lnTo>
                <a:lnTo>
                  <a:pt x="4247708" y="2211293"/>
                </a:lnTo>
                <a:lnTo>
                  <a:pt x="4198882" y="2196223"/>
                </a:lnTo>
                <a:lnTo>
                  <a:pt x="4150526" y="2180064"/>
                </a:lnTo>
                <a:lnTo>
                  <a:pt x="4102609" y="2162889"/>
                </a:lnTo>
                <a:lnTo>
                  <a:pt x="4055099" y="2144771"/>
                </a:lnTo>
                <a:lnTo>
                  <a:pt x="4007964" y="2125784"/>
                </a:lnTo>
                <a:lnTo>
                  <a:pt x="3961173" y="2106002"/>
                </a:lnTo>
                <a:lnTo>
                  <a:pt x="3914694" y="2085496"/>
                </a:lnTo>
                <a:lnTo>
                  <a:pt x="3868494" y="2064342"/>
                </a:lnTo>
                <a:lnTo>
                  <a:pt x="3822544" y="2042612"/>
                </a:lnTo>
                <a:lnTo>
                  <a:pt x="3776810" y="2020379"/>
                </a:lnTo>
                <a:lnTo>
                  <a:pt x="3731261" y="1997718"/>
                </a:lnTo>
                <a:lnTo>
                  <a:pt x="3685865" y="1974702"/>
                </a:lnTo>
                <a:lnTo>
                  <a:pt x="3640592" y="1951403"/>
                </a:lnTo>
                <a:lnTo>
                  <a:pt x="3595408" y="1927896"/>
                </a:lnTo>
                <a:lnTo>
                  <a:pt x="3550282" y="1904254"/>
                </a:lnTo>
                <a:lnTo>
                  <a:pt x="3460080" y="1856858"/>
                </a:lnTo>
                <a:lnTo>
                  <a:pt x="3414940" y="1833251"/>
                </a:lnTo>
                <a:lnTo>
                  <a:pt x="3369731" y="1809802"/>
                </a:lnTo>
                <a:lnTo>
                  <a:pt x="3324422" y="1786585"/>
                </a:lnTo>
                <a:lnTo>
                  <a:pt x="3278981" y="1763674"/>
                </a:lnTo>
                <a:lnTo>
                  <a:pt x="3233377" y="1741141"/>
                </a:lnTo>
                <a:lnTo>
                  <a:pt x="3187577" y="1719060"/>
                </a:lnTo>
                <a:lnTo>
                  <a:pt x="3153211" y="1702539"/>
                </a:lnTo>
                <a:lnTo>
                  <a:pt x="3095296" y="1676479"/>
                </a:lnTo>
                <a:lnTo>
                  <a:pt x="3072016" y="1666320"/>
                </a:lnTo>
                <a:lnTo>
                  <a:pt x="3048736" y="1656161"/>
                </a:lnTo>
                <a:lnTo>
                  <a:pt x="3001819" y="1636670"/>
                </a:lnTo>
                <a:lnTo>
                  <a:pt x="2954493" y="1618125"/>
                </a:lnTo>
                <a:lnTo>
                  <a:pt x="2906708" y="1600644"/>
                </a:lnTo>
                <a:lnTo>
                  <a:pt x="2858413" y="1584347"/>
                </a:lnTo>
                <a:lnTo>
                  <a:pt x="2809555" y="1569350"/>
                </a:lnTo>
                <a:lnTo>
                  <a:pt x="2748424" y="1550741"/>
                </a:lnTo>
                <a:lnTo>
                  <a:pt x="2698290" y="1538704"/>
                </a:lnTo>
                <a:lnTo>
                  <a:pt x="2647439" y="1528325"/>
                </a:lnTo>
                <a:lnTo>
                  <a:pt x="2595822" y="1519722"/>
                </a:lnTo>
                <a:lnTo>
                  <a:pt x="2543387" y="1513014"/>
                </a:lnTo>
                <a:lnTo>
                  <a:pt x="2490257" y="1507916"/>
                </a:lnTo>
                <a:lnTo>
                  <a:pt x="2447919" y="1509862"/>
                </a:lnTo>
                <a:lnTo>
                  <a:pt x="2393066" y="1508755"/>
                </a:lnTo>
                <a:lnTo>
                  <a:pt x="2337372" y="1509597"/>
                </a:lnTo>
                <a:lnTo>
                  <a:pt x="2292508" y="1517393"/>
                </a:lnTo>
                <a:lnTo>
                  <a:pt x="2246830" y="1527078"/>
                </a:lnTo>
                <a:lnTo>
                  <a:pt x="2188688" y="1533590"/>
                </a:lnTo>
                <a:lnTo>
                  <a:pt x="2141417" y="1546964"/>
                </a:lnTo>
                <a:lnTo>
                  <a:pt x="2093369" y="1562138"/>
                </a:lnTo>
                <a:lnTo>
                  <a:pt x="2044558" y="1579080"/>
                </a:lnTo>
                <a:lnTo>
                  <a:pt x="1994996" y="1597761"/>
                </a:lnTo>
                <a:lnTo>
                  <a:pt x="1956356" y="1623184"/>
                </a:lnTo>
                <a:lnTo>
                  <a:pt x="1905332" y="1645253"/>
                </a:lnTo>
                <a:lnTo>
                  <a:pt x="1865924" y="1672457"/>
                </a:lnTo>
                <a:lnTo>
                  <a:pt x="1826216" y="1700356"/>
                </a:lnTo>
                <a:lnTo>
                  <a:pt x="1745955" y="1758110"/>
                </a:lnTo>
                <a:lnTo>
                  <a:pt x="1705431" y="1787899"/>
                </a:lnTo>
                <a:lnTo>
                  <a:pt x="1676323" y="1823286"/>
                </a:lnTo>
                <a:lnTo>
                  <a:pt x="1635326" y="1854172"/>
                </a:lnTo>
                <a:lnTo>
                  <a:pt x="1605772" y="1890591"/>
                </a:lnTo>
                <a:lnTo>
                  <a:pt x="1564357" y="1922444"/>
                </a:lnTo>
                <a:lnTo>
                  <a:pt x="1382376" y="2151758"/>
                </a:lnTo>
                <a:lnTo>
                  <a:pt x="1363262" y="2196039"/>
                </a:lnTo>
                <a:lnTo>
                  <a:pt x="1301458" y="2275125"/>
                </a:lnTo>
                <a:close/>
              </a:path>
              <a:path w="6013450" h="3816350">
                <a:moveTo>
                  <a:pt x="1130588" y="2574835"/>
                </a:moveTo>
                <a:lnTo>
                  <a:pt x="1276967" y="2235726"/>
                </a:lnTo>
                <a:lnTo>
                  <a:pt x="1370398" y="2115417"/>
                </a:lnTo>
                <a:lnTo>
                  <a:pt x="1282117" y="2319931"/>
                </a:lnTo>
                <a:lnTo>
                  <a:pt x="1251069" y="2359813"/>
                </a:lnTo>
                <a:lnTo>
                  <a:pt x="1231648" y="2404806"/>
                </a:lnTo>
                <a:lnTo>
                  <a:pt x="1200547" y="2444811"/>
                </a:lnTo>
                <a:lnTo>
                  <a:pt x="1161663" y="2534891"/>
                </a:lnTo>
                <a:lnTo>
                  <a:pt x="1130588" y="2574835"/>
                </a:lnTo>
                <a:close/>
              </a:path>
              <a:path w="6013450" h="3816350">
                <a:moveTo>
                  <a:pt x="1060960" y="2704093"/>
                </a:moveTo>
                <a:lnTo>
                  <a:pt x="1226504" y="2320586"/>
                </a:lnTo>
                <a:lnTo>
                  <a:pt x="1257530" y="2280756"/>
                </a:lnTo>
                <a:lnTo>
                  <a:pt x="1111210" y="2619727"/>
                </a:lnTo>
                <a:lnTo>
                  <a:pt x="1060960" y="2704093"/>
                </a:lnTo>
                <a:close/>
              </a:path>
              <a:path w="6013450" h="3816350">
                <a:moveTo>
                  <a:pt x="992042" y="2831706"/>
                </a:moveTo>
                <a:lnTo>
                  <a:pt x="1176225" y="2405020"/>
                </a:lnTo>
                <a:lnTo>
                  <a:pt x="1207239" y="2365216"/>
                </a:lnTo>
                <a:lnTo>
                  <a:pt x="1022686" y="2792761"/>
                </a:lnTo>
                <a:lnTo>
                  <a:pt x="992042" y="2831706"/>
                </a:lnTo>
                <a:close/>
              </a:path>
              <a:path w="6013450" h="3816350">
                <a:moveTo>
                  <a:pt x="940773" y="2918433"/>
                </a:moveTo>
                <a:lnTo>
                  <a:pt x="1106232" y="2535122"/>
                </a:lnTo>
                <a:lnTo>
                  <a:pt x="1137373" y="2495025"/>
                </a:lnTo>
                <a:lnTo>
                  <a:pt x="972240" y="2877579"/>
                </a:lnTo>
                <a:lnTo>
                  <a:pt x="940773" y="2918433"/>
                </a:lnTo>
                <a:close/>
              </a:path>
              <a:path w="6013450" h="3816350">
                <a:moveTo>
                  <a:pt x="889533" y="3005093"/>
                </a:moveTo>
                <a:lnTo>
                  <a:pt x="1036010" y="2665757"/>
                </a:lnTo>
                <a:lnTo>
                  <a:pt x="1086726" y="2580312"/>
                </a:lnTo>
                <a:lnTo>
                  <a:pt x="920972" y="2964303"/>
                </a:lnTo>
                <a:lnTo>
                  <a:pt x="889533" y="3005093"/>
                </a:lnTo>
                <a:close/>
              </a:path>
              <a:path w="6013450" h="3816350">
                <a:moveTo>
                  <a:pt x="807127" y="3131905"/>
                </a:moveTo>
                <a:lnTo>
                  <a:pt x="934638" y="2836508"/>
                </a:lnTo>
                <a:lnTo>
                  <a:pt x="965783" y="2796403"/>
                </a:lnTo>
                <a:lnTo>
                  <a:pt x="985292" y="2751208"/>
                </a:lnTo>
                <a:lnTo>
                  <a:pt x="1016477" y="2711008"/>
                </a:lnTo>
                <a:lnTo>
                  <a:pt x="869786" y="3050838"/>
                </a:lnTo>
                <a:lnTo>
                  <a:pt x="807127" y="3131905"/>
                </a:lnTo>
                <a:close/>
              </a:path>
              <a:path w="6013450" h="3816350">
                <a:moveTo>
                  <a:pt x="4951" y="3772538"/>
                </a:moveTo>
                <a:lnTo>
                  <a:pt x="22154" y="3764730"/>
                </a:lnTo>
                <a:lnTo>
                  <a:pt x="71657" y="3746186"/>
                </a:lnTo>
                <a:lnTo>
                  <a:pt x="109859" y="3721776"/>
                </a:lnTo>
                <a:lnTo>
                  <a:pt x="148412" y="3696554"/>
                </a:lnTo>
                <a:lnTo>
                  <a:pt x="198966" y="3675574"/>
                </a:lnTo>
                <a:lnTo>
                  <a:pt x="238193" y="3648789"/>
                </a:lnTo>
                <a:lnTo>
                  <a:pt x="277745" y="3621253"/>
                </a:lnTo>
                <a:lnTo>
                  <a:pt x="318105" y="3591844"/>
                </a:lnTo>
                <a:lnTo>
                  <a:pt x="440351" y="3500914"/>
                </a:lnTo>
                <a:lnTo>
                  <a:pt x="469801" y="3464735"/>
                </a:lnTo>
                <a:lnTo>
                  <a:pt x="511077" y="3433204"/>
                </a:lnTo>
                <a:lnTo>
                  <a:pt x="540851" y="3396273"/>
                </a:lnTo>
                <a:lnTo>
                  <a:pt x="582435" y="3364029"/>
                </a:lnTo>
                <a:lnTo>
                  <a:pt x="734010" y="3173112"/>
                </a:lnTo>
                <a:lnTo>
                  <a:pt x="752997" y="3129125"/>
                </a:lnTo>
                <a:lnTo>
                  <a:pt x="814557" y="3050602"/>
                </a:lnTo>
                <a:lnTo>
                  <a:pt x="833794" y="3006038"/>
                </a:lnTo>
                <a:lnTo>
                  <a:pt x="895777" y="2926536"/>
                </a:lnTo>
                <a:lnTo>
                  <a:pt x="787561" y="3177233"/>
                </a:lnTo>
                <a:lnTo>
                  <a:pt x="632991" y="3375091"/>
                </a:lnTo>
                <a:lnTo>
                  <a:pt x="590821" y="3408692"/>
                </a:lnTo>
                <a:lnTo>
                  <a:pt x="560477" y="3446943"/>
                </a:lnTo>
                <a:lnTo>
                  <a:pt x="518652" y="3479746"/>
                </a:lnTo>
                <a:lnTo>
                  <a:pt x="488609" y="3517301"/>
                </a:lnTo>
                <a:lnTo>
                  <a:pt x="406031" y="3580423"/>
                </a:lnTo>
                <a:lnTo>
                  <a:pt x="365178" y="3610973"/>
                </a:lnTo>
                <a:lnTo>
                  <a:pt x="324632" y="3640814"/>
                </a:lnTo>
                <a:lnTo>
                  <a:pt x="284402" y="3669921"/>
                </a:lnTo>
                <a:lnTo>
                  <a:pt x="244500" y="3698268"/>
                </a:lnTo>
                <a:lnTo>
                  <a:pt x="193277" y="3720798"/>
                </a:lnTo>
                <a:lnTo>
                  <a:pt x="154064" y="3747551"/>
                </a:lnTo>
                <a:lnTo>
                  <a:pt x="103551" y="3768435"/>
                </a:lnTo>
                <a:lnTo>
                  <a:pt x="65070" y="3793491"/>
                </a:lnTo>
                <a:lnTo>
                  <a:pt x="15312" y="3812627"/>
                </a:lnTo>
                <a:lnTo>
                  <a:pt x="0" y="3816054"/>
                </a:lnTo>
                <a:lnTo>
                  <a:pt x="4951" y="3772538"/>
                </a:lnTo>
                <a:close/>
              </a:path>
            </a:pathLst>
          </a:custGeom>
          <a:solidFill>
            <a:srgbClr val="D89C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065" y="2453256"/>
            <a:ext cx="8458200" cy="425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0" b="1" i="0">
                <a:solidFill>
                  <a:srgbClr val="ECE7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409889" y="7045146"/>
            <a:ext cx="8622665" cy="2012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ECE7E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1" i="0">
                <a:solidFill>
                  <a:srgbClr val="ECE7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ECE7E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1" i="0">
                <a:solidFill>
                  <a:srgbClr val="ECE7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1" i="0">
                <a:solidFill>
                  <a:srgbClr val="ECE7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6418" y="1503541"/>
            <a:ext cx="1412875" cy="1783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0" b="1" i="0">
                <a:solidFill>
                  <a:srgbClr val="ECE7E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1039" y="3502401"/>
            <a:ext cx="10626725" cy="602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ECE7E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28065" y="2453256"/>
            <a:ext cx="8458200" cy="425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08025">
              <a:lnSpc>
                <a:spcPct val="116599"/>
              </a:lnSpc>
              <a:spcBef>
                <a:spcPts val="100"/>
              </a:spcBef>
            </a:pPr>
            <a:r>
              <a:rPr dirty="0" sz="11900" spc="1215" b="1">
                <a:solidFill>
                  <a:srgbClr val="152540"/>
                </a:solidFill>
                <a:latin typeface="Trebuchet MS"/>
                <a:cs typeface="Trebuchet MS"/>
              </a:rPr>
              <a:t>SABERE</a:t>
            </a:r>
            <a:r>
              <a:rPr dirty="0" sz="11900" spc="100" b="1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r>
              <a:rPr dirty="0" sz="11900" spc="1055" b="1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11900" spc="1175" b="1">
                <a:solidFill>
                  <a:srgbClr val="152540"/>
                </a:solidFill>
                <a:latin typeface="Trebuchet MS"/>
                <a:cs typeface="Trebuchet MS"/>
              </a:rPr>
              <a:t>DIGITALE</a:t>
            </a:r>
            <a:r>
              <a:rPr dirty="0" sz="11900" spc="60" b="1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endParaRPr sz="119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0446" y="1818170"/>
            <a:ext cx="1852930" cy="1144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350" spc="919">
                <a:solidFill>
                  <a:srgbClr val="152540"/>
                </a:solidFill>
                <a:latin typeface="Trebuchet MS"/>
                <a:cs typeface="Trebuchet MS"/>
              </a:rPr>
              <a:t>LO</a:t>
            </a:r>
            <a:r>
              <a:rPr dirty="0" sz="7350" spc="229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endParaRPr sz="73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algn="ctr" marL="12700" marR="5080">
              <a:lnSpc>
                <a:spcPct val="125299"/>
              </a:lnSpc>
              <a:spcBef>
                <a:spcPts val="405"/>
              </a:spcBef>
            </a:pPr>
            <a:r>
              <a:rPr dirty="0" sz="3400" spc="45">
                <a:solidFill>
                  <a:srgbClr val="152540"/>
                </a:solidFill>
              </a:rPr>
              <a:t>Realizado</a:t>
            </a:r>
            <a:r>
              <a:rPr dirty="0" sz="3400" spc="-5">
                <a:solidFill>
                  <a:srgbClr val="152540"/>
                </a:solidFill>
              </a:rPr>
              <a:t> </a:t>
            </a:r>
            <a:r>
              <a:rPr dirty="0" sz="3400">
                <a:solidFill>
                  <a:srgbClr val="152540"/>
                </a:solidFill>
              </a:rPr>
              <a:t>por Jesús</a:t>
            </a:r>
            <a:r>
              <a:rPr dirty="0" sz="3400" spc="-5">
                <a:solidFill>
                  <a:srgbClr val="152540"/>
                </a:solidFill>
              </a:rPr>
              <a:t> </a:t>
            </a:r>
            <a:r>
              <a:rPr dirty="0" sz="3400">
                <a:solidFill>
                  <a:srgbClr val="152540"/>
                </a:solidFill>
              </a:rPr>
              <a:t>Alejandro </a:t>
            </a:r>
            <a:r>
              <a:rPr dirty="0" sz="3400" spc="65">
                <a:solidFill>
                  <a:srgbClr val="152540"/>
                </a:solidFill>
              </a:rPr>
              <a:t>Cortes</a:t>
            </a:r>
            <a:r>
              <a:rPr dirty="0" sz="3400" spc="-5">
                <a:solidFill>
                  <a:srgbClr val="152540"/>
                </a:solidFill>
              </a:rPr>
              <a:t> </a:t>
            </a:r>
            <a:r>
              <a:rPr dirty="0" sz="3400" spc="-10">
                <a:solidFill>
                  <a:srgbClr val="152540"/>
                </a:solidFill>
              </a:rPr>
              <a:t>Sierra </a:t>
            </a:r>
            <a:r>
              <a:rPr dirty="0" sz="3400" spc="-80">
                <a:solidFill>
                  <a:srgbClr val="152540"/>
                </a:solidFill>
              </a:rPr>
              <a:t>Lic.</a:t>
            </a:r>
            <a:r>
              <a:rPr dirty="0" sz="3400" spc="-30">
                <a:solidFill>
                  <a:srgbClr val="152540"/>
                </a:solidFill>
              </a:rPr>
              <a:t> </a:t>
            </a:r>
            <a:r>
              <a:rPr dirty="0" sz="3400">
                <a:solidFill>
                  <a:srgbClr val="152540"/>
                </a:solidFill>
              </a:rPr>
              <a:t>en</a:t>
            </a:r>
            <a:r>
              <a:rPr dirty="0" sz="3400" spc="-30">
                <a:solidFill>
                  <a:srgbClr val="152540"/>
                </a:solidFill>
              </a:rPr>
              <a:t> </a:t>
            </a:r>
            <a:r>
              <a:rPr dirty="0" sz="3400" spc="60">
                <a:solidFill>
                  <a:srgbClr val="152540"/>
                </a:solidFill>
              </a:rPr>
              <a:t>Enseñanza</a:t>
            </a:r>
            <a:r>
              <a:rPr dirty="0" sz="3400" spc="-30">
                <a:solidFill>
                  <a:srgbClr val="152540"/>
                </a:solidFill>
              </a:rPr>
              <a:t> </a:t>
            </a:r>
            <a:r>
              <a:rPr dirty="0" sz="3400">
                <a:solidFill>
                  <a:srgbClr val="152540"/>
                </a:solidFill>
              </a:rPr>
              <a:t>y</a:t>
            </a:r>
            <a:r>
              <a:rPr dirty="0" sz="3400" spc="-30">
                <a:solidFill>
                  <a:srgbClr val="152540"/>
                </a:solidFill>
              </a:rPr>
              <a:t> </a:t>
            </a:r>
            <a:r>
              <a:rPr dirty="0" sz="3400">
                <a:solidFill>
                  <a:srgbClr val="152540"/>
                </a:solidFill>
              </a:rPr>
              <a:t>Aprendizaje</a:t>
            </a:r>
            <a:r>
              <a:rPr dirty="0" sz="3400" spc="-25">
                <a:solidFill>
                  <a:srgbClr val="152540"/>
                </a:solidFill>
              </a:rPr>
              <a:t> en</a:t>
            </a:r>
            <a:r>
              <a:rPr dirty="0" sz="3400" spc="850">
                <a:solidFill>
                  <a:srgbClr val="152540"/>
                </a:solidFill>
              </a:rPr>
              <a:t> </a:t>
            </a:r>
            <a:r>
              <a:rPr dirty="0" sz="3400" spc="-10">
                <a:solidFill>
                  <a:srgbClr val="152540"/>
                </a:solidFill>
              </a:rPr>
              <a:t>Telesec.</a:t>
            </a:r>
            <a:endParaRPr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553"/>
            <a:ext cx="18288000" cy="10290175"/>
            <a:chOff x="0" y="-2553"/>
            <a:chExt cx="18288000" cy="102901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5378" y="267665"/>
              <a:ext cx="6858000" cy="1001933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2553"/>
              <a:ext cx="18288001" cy="1028955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568576" y="4023213"/>
            <a:ext cx="9284970" cy="4883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3100" spc="100">
                <a:solidFill>
                  <a:srgbClr val="152540"/>
                </a:solidFill>
                <a:latin typeface="Trebuchet MS"/>
                <a:cs typeface="Trebuchet MS"/>
              </a:rPr>
              <a:t>Son</a:t>
            </a:r>
            <a:r>
              <a:rPr dirty="0" sz="310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una</a:t>
            </a:r>
            <a:r>
              <a:rPr dirty="0" sz="310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estructura</a:t>
            </a:r>
            <a:r>
              <a:rPr dirty="0" sz="310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310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25">
                <a:solidFill>
                  <a:srgbClr val="152540"/>
                </a:solidFill>
                <a:latin typeface="Trebuchet MS"/>
                <a:cs typeface="Trebuchet MS"/>
              </a:rPr>
              <a:t>instrumentales</a:t>
            </a:r>
            <a:r>
              <a:rPr dirty="0" sz="310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50">
                <a:solidFill>
                  <a:srgbClr val="152540"/>
                </a:solidFill>
                <a:latin typeface="Trebuchet MS"/>
                <a:cs typeface="Trebuchet MS"/>
              </a:rPr>
              <a:t>y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3100" spc="7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teóricos</a:t>
            </a:r>
            <a:r>
              <a:rPr dirty="0" sz="3100" spc="7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7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carácter</a:t>
            </a:r>
            <a:r>
              <a:rPr dirty="0" sz="3100" spc="7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informático</a:t>
            </a:r>
            <a:r>
              <a:rPr dirty="0" sz="3100" spc="7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50">
                <a:solidFill>
                  <a:srgbClr val="152540"/>
                </a:solidFill>
                <a:latin typeface="Trebuchet MS"/>
                <a:cs typeface="Trebuchet MS"/>
              </a:rPr>
              <a:t>e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informacional</a:t>
            </a:r>
            <a:r>
              <a:rPr dirty="0" sz="3100" spc="4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que</a:t>
            </a:r>
            <a:r>
              <a:rPr dirty="0" sz="3100" spc="4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distinguen</a:t>
            </a:r>
            <a:r>
              <a:rPr dirty="0" sz="3100" spc="4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100" spc="4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3100" spc="4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usuarios</a:t>
            </a:r>
            <a:r>
              <a:rPr dirty="0" sz="3100" spc="4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4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25">
                <a:solidFill>
                  <a:srgbClr val="152540"/>
                </a:solidFill>
                <a:latin typeface="Trebuchet MS"/>
                <a:cs typeface="Trebuchet MS"/>
              </a:rPr>
              <a:t>las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TICs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conforme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al</a:t>
            </a:r>
            <a:r>
              <a:rPr dirty="0" sz="3100" spc="2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contexto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60">
                <a:solidFill>
                  <a:srgbClr val="152540"/>
                </a:solidFill>
                <a:latin typeface="Trebuchet MS"/>
                <a:cs typeface="Trebuchet MS"/>
              </a:rPr>
              <a:t>académico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100" spc="2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el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que</a:t>
            </a:r>
            <a:r>
              <a:rPr dirty="0" sz="3100" spc="2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25">
                <a:solidFill>
                  <a:srgbClr val="152540"/>
                </a:solidFill>
                <a:latin typeface="Trebuchet MS"/>
                <a:cs typeface="Trebuchet MS"/>
              </a:rPr>
              <a:t>se </a:t>
            </a:r>
            <a:r>
              <a:rPr dirty="0" sz="3100" spc="-10">
                <a:solidFill>
                  <a:srgbClr val="152540"/>
                </a:solidFill>
                <a:latin typeface="Trebuchet MS"/>
                <a:cs typeface="Trebuchet MS"/>
              </a:rPr>
              <a:t>desenvuelven.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ts val="4270"/>
              </a:lnSpc>
            </a:pPr>
            <a:r>
              <a:rPr dirty="0" sz="3100" spc="-20">
                <a:solidFill>
                  <a:srgbClr val="152540"/>
                </a:solidFill>
                <a:latin typeface="Trebuchet MS"/>
                <a:cs typeface="Trebuchet MS"/>
              </a:rPr>
              <a:t>Permiten</a:t>
            </a:r>
            <a:r>
              <a:rPr dirty="0" sz="3100" spc="1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pensar</a:t>
            </a:r>
            <a:r>
              <a:rPr dirty="0" sz="3100" spc="1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100" spc="1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3100" spc="1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objetivos</a:t>
            </a:r>
            <a:r>
              <a:rPr dirty="0" sz="3100" spc="16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del</a:t>
            </a:r>
            <a:r>
              <a:rPr dirty="0" sz="3100" spc="19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2540"/>
                </a:solidFill>
                <a:latin typeface="Trebuchet MS"/>
                <a:cs typeface="Trebuchet MS"/>
              </a:rPr>
              <a:t>conocimiento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mas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allá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distintos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tipos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dispositivos</a:t>
            </a:r>
            <a:r>
              <a:rPr dirty="0" sz="3100" spc="3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100" spc="-50">
                <a:solidFill>
                  <a:srgbClr val="152540"/>
                </a:solidFill>
                <a:latin typeface="Trebuchet MS"/>
                <a:cs typeface="Trebuchet MS"/>
              </a:rPr>
              <a:t>y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sintetizan</a:t>
            </a:r>
            <a:r>
              <a:rPr dirty="0" sz="3100" spc="2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100" spc="2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gran</a:t>
            </a:r>
            <a:r>
              <a:rPr dirty="0" sz="3100" spc="2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cantidad</a:t>
            </a:r>
            <a:r>
              <a:rPr dirty="0" sz="3100" spc="2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100" spc="2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contenido</a:t>
            </a:r>
            <a:r>
              <a:rPr dirty="0" sz="3100" spc="2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que</a:t>
            </a:r>
            <a:r>
              <a:rPr dirty="0" sz="3100" spc="2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2540"/>
                </a:solidFill>
                <a:latin typeface="Trebuchet MS"/>
                <a:cs typeface="Trebuchet MS"/>
              </a:rPr>
              <a:t>hasta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ahora,</a:t>
            </a:r>
            <a:r>
              <a:rPr dirty="0" sz="3100" spc="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se</a:t>
            </a:r>
            <a:r>
              <a:rPr dirty="0" sz="3100" spc="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2540"/>
                </a:solidFill>
                <a:latin typeface="Trebuchet MS"/>
                <a:cs typeface="Trebuchet MS"/>
              </a:rPr>
              <a:t>encontraba</a:t>
            </a:r>
            <a:r>
              <a:rPr dirty="0" sz="3100" spc="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2540"/>
                </a:solidFill>
                <a:latin typeface="Trebuchet MS"/>
                <a:cs typeface="Trebuchet MS"/>
              </a:rPr>
              <a:t>desordenada.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68576" y="1599922"/>
            <a:ext cx="8630920" cy="1868170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999614" algn="l"/>
                <a:tab pos="3653154" algn="l"/>
              </a:tabLst>
            </a:pPr>
            <a:r>
              <a:rPr dirty="0" sz="4950" spc="-50" b="0">
                <a:solidFill>
                  <a:srgbClr val="152540"/>
                </a:solidFill>
                <a:latin typeface="Times New Roman"/>
                <a:cs typeface="Times New Roman"/>
              </a:rPr>
              <a:t>¿</a:t>
            </a:r>
            <a:r>
              <a:rPr dirty="0" sz="4950" spc="-765" b="0">
                <a:solidFill>
                  <a:srgbClr val="152540"/>
                </a:solidFill>
                <a:latin typeface="Times New Roman"/>
                <a:cs typeface="Times New Roman"/>
              </a:rPr>
              <a:t> </a:t>
            </a:r>
            <a:r>
              <a:rPr dirty="0" sz="4950" spc="465" b="0">
                <a:solidFill>
                  <a:srgbClr val="152540"/>
                </a:solidFill>
                <a:latin typeface="Trebuchet MS"/>
                <a:cs typeface="Trebuchet MS"/>
              </a:rPr>
              <a:t>QUÉ</a:t>
            </a:r>
            <a:r>
              <a:rPr dirty="0" sz="4950" b="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4950" spc="565" b="0">
                <a:solidFill>
                  <a:srgbClr val="152540"/>
                </a:solidFill>
                <a:latin typeface="Trebuchet MS"/>
                <a:cs typeface="Trebuchet MS"/>
              </a:rPr>
              <a:t>SON</a:t>
            </a:r>
            <a:r>
              <a:rPr dirty="0" sz="4950" b="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4950" spc="465" b="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endParaRPr sz="4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6000" spc="625">
                <a:solidFill>
                  <a:srgbClr val="152540"/>
                </a:solidFill>
                <a:latin typeface="Trebuchet MS"/>
                <a:cs typeface="Trebuchet MS"/>
              </a:rPr>
              <a:t>SABERE</a:t>
            </a:r>
            <a:r>
              <a:rPr dirty="0" sz="6000" spc="60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r>
              <a:rPr dirty="0" sz="6000" spc="8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6000" spc="630">
                <a:solidFill>
                  <a:srgbClr val="152540"/>
                </a:solidFill>
                <a:latin typeface="Trebuchet MS"/>
                <a:cs typeface="Trebuchet MS"/>
              </a:rPr>
              <a:t>DIGITALES</a:t>
            </a:r>
            <a:r>
              <a:rPr dirty="0" sz="6000" spc="65">
                <a:solidFill>
                  <a:srgbClr val="152540"/>
                </a:solidFill>
                <a:latin typeface="Trebuchet MS"/>
                <a:cs typeface="Trebuchet MS"/>
              </a:rPr>
              <a:t>?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375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064" y="3422399"/>
            <a:ext cx="10361340" cy="53050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37970" y="1330755"/>
            <a:ext cx="5361305" cy="13563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700" spc="880">
                <a:latin typeface="Trebuchet MS"/>
                <a:cs typeface="Trebuchet MS"/>
              </a:rPr>
              <a:t>FUNCIÓ</a:t>
            </a:r>
            <a:r>
              <a:rPr dirty="0" sz="8700" spc="60">
                <a:latin typeface="Trebuchet MS"/>
                <a:cs typeface="Trebuchet MS"/>
              </a:rPr>
              <a:t>N</a:t>
            </a:r>
            <a:endParaRPr sz="87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60629" y="3647930"/>
            <a:ext cx="3921760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73375" algn="l"/>
              </a:tabLst>
            </a:pPr>
            <a:r>
              <a:rPr dirty="0" sz="3900" spc="35">
                <a:solidFill>
                  <a:srgbClr val="152540"/>
                </a:solidFill>
                <a:latin typeface="Trebuchet MS"/>
                <a:cs typeface="Trebuchet MS"/>
              </a:rPr>
              <a:t>necesaria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para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72644" y="3557290"/>
            <a:ext cx="5123815" cy="139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  <a:tabLst>
                <a:tab pos="2481580" algn="l"/>
                <a:tab pos="2505710" algn="l"/>
              </a:tabLst>
            </a:pPr>
            <a:r>
              <a:rPr dirty="0" sz="3900" spc="-10">
                <a:solidFill>
                  <a:srgbClr val="152540"/>
                </a:solidFill>
                <a:latin typeface="Trebuchet MS"/>
                <a:cs typeface="Trebuchet MS"/>
              </a:rPr>
              <a:t>Aportan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900" spc="-20">
                <a:solidFill>
                  <a:srgbClr val="152540"/>
                </a:solidFill>
                <a:latin typeface="Trebuchet MS"/>
                <a:cs typeface="Trebuchet MS"/>
              </a:rPr>
              <a:t>información </a:t>
            </a:r>
            <a:r>
              <a:rPr dirty="0" sz="3900" spc="55">
                <a:solidFill>
                  <a:srgbClr val="152540"/>
                </a:solidFill>
                <a:latin typeface="Trebuchet MS"/>
                <a:cs typeface="Trebuchet MS"/>
              </a:rPr>
              <a:t>indagar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	</a:t>
            </a:r>
            <a:r>
              <a:rPr dirty="0" sz="3900" spc="-25">
                <a:solidFill>
                  <a:srgbClr val="152540"/>
                </a:solidFill>
                <a:latin typeface="Trebuchet MS"/>
                <a:cs typeface="Trebuchet MS"/>
              </a:rPr>
              <a:t>las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52863" y="4333730"/>
            <a:ext cx="314769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00" spc="-10">
                <a:solidFill>
                  <a:srgbClr val="152540"/>
                </a:solidFill>
                <a:latin typeface="Trebuchet MS"/>
                <a:cs typeface="Trebuchet MS"/>
              </a:rPr>
              <a:t>competencias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72644" y="5019530"/>
            <a:ext cx="733615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22930" algn="l"/>
                <a:tab pos="4533900" algn="l"/>
                <a:tab pos="6720205" algn="l"/>
              </a:tabLst>
            </a:pPr>
            <a:r>
              <a:rPr dirty="0" sz="3900" spc="45">
                <a:solidFill>
                  <a:srgbClr val="152540"/>
                </a:solidFill>
                <a:latin typeface="Trebuchet MS"/>
                <a:cs typeface="Trebuchet MS"/>
              </a:rPr>
              <a:t>específicas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900" spc="-25">
                <a:solidFill>
                  <a:srgbClr val="152540"/>
                </a:solidFill>
                <a:latin typeface="Trebuchet MS"/>
                <a:cs typeface="Trebuchet MS"/>
              </a:rPr>
              <a:t>que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900" spc="45">
                <a:solidFill>
                  <a:srgbClr val="152540"/>
                </a:solidFill>
                <a:latin typeface="Trebuchet MS"/>
                <a:cs typeface="Trebuchet MS"/>
              </a:rPr>
              <a:t>poseen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900" spc="-25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249054" y="4243090"/>
            <a:ext cx="1932939" cy="139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0175" marR="5080" indent="-118110">
              <a:lnSpc>
                <a:spcPct val="115399"/>
              </a:lnSpc>
              <a:spcBef>
                <a:spcPts val="95"/>
              </a:spcBef>
            </a:pPr>
            <a:r>
              <a:rPr dirty="0" sz="3900" spc="-10">
                <a:solidFill>
                  <a:srgbClr val="152540"/>
                </a:solidFill>
                <a:latin typeface="Trebuchet MS"/>
                <a:cs typeface="Trebuchet MS"/>
              </a:rPr>
              <a:t>digitales 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agentes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72644" y="5614690"/>
            <a:ext cx="9709785" cy="2768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95"/>
              </a:spcBef>
            </a:pP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educativos</a:t>
            </a:r>
            <a:r>
              <a:rPr dirty="0" sz="3900" spc="6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-27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00" spc="6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también,</a:t>
            </a:r>
            <a:r>
              <a:rPr dirty="0" sz="3900" spc="6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se</a:t>
            </a:r>
            <a:r>
              <a:rPr dirty="0" sz="3900" spc="6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presentan</a:t>
            </a:r>
            <a:r>
              <a:rPr dirty="0" sz="3900" spc="6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-20">
                <a:solidFill>
                  <a:srgbClr val="152540"/>
                </a:solidFill>
                <a:latin typeface="Trebuchet MS"/>
                <a:cs typeface="Trebuchet MS"/>
              </a:rPr>
              <a:t>como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propuesta</a:t>
            </a:r>
            <a:r>
              <a:rPr dirty="0" sz="3900" spc="1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900" spc="1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innovación</a:t>
            </a:r>
            <a:r>
              <a:rPr dirty="0" sz="3900" spc="1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ante</a:t>
            </a:r>
            <a:r>
              <a:rPr dirty="0" sz="3900" spc="1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900" spc="1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idea</a:t>
            </a:r>
            <a:r>
              <a:rPr dirty="0" sz="3900" spc="1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900" spc="1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-25">
                <a:solidFill>
                  <a:srgbClr val="152540"/>
                </a:solidFill>
                <a:latin typeface="Trebuchet MS"/>
                <a:cs typeface="Trebuchet MS"/>
              </a:rPr>
              <a:t>la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incorporación</a:t>
            </a:r>
            <a:r>
              <a:rPr dirty="0" sz="390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6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90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las</a:t>
            </a:r>
            <a:r>
              <a:rPr dirty="0" sz="390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TIC</a:t>
            </a:r>
            <a:r>
              <a:rPr dirty="0" sz="390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90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390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>
                <a:solidFill>
                  <a:srgbClr val="152540"/>
                </a:solidFill>
                <a:latin typeface="Trebuchet MS"/>
                <a:cs typeface="Trebuchet MS"/>
              </a:rPr>
              <a:t>planes</a:t>
            </a:r>
            <a:r>
              <a:rPr dirty="0" sz="390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00" spc="3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3900" spc="-10">
                <a:solidFill>
                  <a:srgbClr val="152540"/>
                </a:solidFill>
                <a:latin typeface="Trebuchet MS"/>
                <a:cs typeface="Trebuchet MS"/>
              </a:rPr>
              <a:t>estudio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7336986" y="672166"/>
            <a:ext cx="380365" cy="347345"/>
          </a:xfrm>
          <a:custGeom>
            <a:avLst/>
            <a:gdLst/>
            <a:ahLst/>
            <a:cxnLst/>
            <a:rect l="l" t="t" r="r" b="b"/>
            <a:pathLst>
              <a:path w="380365" h="347344">
                <a:moveTo>
                  <a:pt x="182832" y="347307"/>
                </a:moveTo>
                <a:lnTo>
                  <a:pt x="141299" y="341388"/>
                </a:lnTo>
                <a:lnTo>
                  <a:pt x="94557" y="325359"/>
                </a:lnTo>
                <a:lnTo>
                  <a:pt x="55861" y="294009"/>
                </a:lnTo>
                <a:lnTo>
                  <a:pt x="27203" y="257786"/>
                </a:lnTo>
                <a:lnTo>
                  <a:pt x="5164" y="207235"/>
                </a:lnTo>
                <a:lnTo>
                  <a:pt x="0" y="170576"/>
                </a:lnTo>
                <a:lnTo>
                  <a:pt x="0" y="166502"/>
                </a:lnTo>
                <a:lnTo>
                  <a:pt x="4782" y="128307"/>
                </a:lnTo>
                <a:lnTo>
                  <a:pt x="20366" y="90275"/>
                </a:lnTo>
                <a:lnTo>
                  <a:pt x="47542" y="56961"/>
                </a:lnTo>
                <a:lnTo>
                  <a:pt x="80228" y="30485"/>
                </a:lnTo>
                <a:lnTo>
                  <a:pt x="123797" y="10237"/>
                </a:lnTo>
                <a:lnTo>
                  <a:pt x="172239" y="663"/>
                </a:lnTo>
                <a:lnTo>
                  <a:pt x="192051" y="0"/>
                </a:lnTo>
                <a:lnTo>
                  <a:pt x="209844" y="590"/>
                </a:lnTo>
                <a:lnTo>
                  <a:pt x="256213" y="9401"/>
                </a:lnTo>
                <a:lnTo>
                  <a:pt x="304329" y="30922"/>
                </a:lnTo>
                <a:lnTo>
                  <a:pt x="339824" y="62926"/>
                </a:lnTo>
                <a:lnTo>
                  <a:pt x="363300" y="102912"/>
                </a:lnTo>
                <a:lnTo>
                  <a:pt x="376483" y="145554"/>
                </a:lnTo>
                <a:lnTo>
                  <a:pt x="379902" y="179158"/>
                </a:lnTo>
                <a:lnTo>
                  <a:pt x="378201" y="194978"/>
                </a:lnTo>
                <a:lnTo>
                  <a:pt x="361208" y="236766"/>
                </a:lnTo>
                <a:lnTo>
                  <a:pt x="340406" y="262514"/>
                </a:lnTo>
                <a:lnTo>
                  <a:pt x="337496" y="266587"/>
                </a:lnTo>
                <a:lnTo>
                  <a:pt x="334587" y="270079"/>
                </a:lnTo>
                <a:lnTo>
                  <a:pt x="331677" y="274152"/>
                </a:lnTo>
                <a:lnTo>
                  <a:pt x="326440" y="281135"/>
                </a:lnTo>
                <a:lnTo>
                  <a:pt x="322367" y="286372"/>
                </a:lnTo>
                <a:lnTo>
                  <a:pt x="318876" y="291609"/>
                </a:lnTo>
                <a:lnTo>
                  <a:pt x="314221" y="296264"/>
                </a:lnTo>
                <a:lnTo>
                  <a:pt x="281780" y="324631"/>
                </a:lnTo>
                <a:lnTo>
                  <a:pt x="243221" y="341670"/>
                </a:lnTo>
                <a:lnTo>
                  <a:pt x="214499" y="346889"/>
                </a:lnTo>
                <a:lnTo>
                  <a:pt x="182832" y="34730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959340" y="1309783"/>
            <a:ext cx="281305" cy="288925"/>
          </a:xfrm>
          <a:custGeom>
            <a:avLst/>
            <a:gdLst/>
            <a:ahLst/>
            <a:cxnLst/>
            <a:rect l="l" t="t" r="r" b="b"/>
            <a:pathLst>
              <a:path w="281305" h="288925">
                <a:moveTo>
                  <a:pt x="133253" y="288835"/>
                </a:moveTo>
                <a:lnTo>
                  <a:pt x="86628" y="282507"/>
                </a:lnTo>
                <a:lnTo>
                  <a:pt x="43423" y="260759"/>
                </a:lnTo>
                <a:lnTo>
                  <a:pt x="12601" y="224046"/>
                </a:lnTo>
                <a:lnTo>
                  <a:pt x="0" y="169548"/>
                </a:lnTo>
                <a:lnTo>
                  <a:pt x="2882" y="138535"/>
                </a:lnTo>
                <a:lnTo>
                  <a:pt x="27412" y="77164"/>
                </a:lnTo>
                <a:lnTo>
                  <a:pt x="58207" y="38404"/>
                </a:lnTo>
                <a:lnTo>
                  <a:pt x="90775" y="14183"/>
                </a:lnTo>
                <a:lnTo>
                  <a:pt x="95430" y="11274"/>
                </a:lnTo>
                <a:lnTo>
                  <a:pt x="137617" y="218"/>
                </a:lnTo>
                <a:lnTo>
                  <a:pt x="154183" y="0"/>
                </a:lnTo>
                <a:lnTo>
                  <a:pt x="171076" y="1963"/>
                </a:lnTo>
                <a:lnTo>
                  <a:pt x="182004" y="4382"/>
                </a:lnTo>
                <a:lnTo>
                  <a:pt x="192169" y="7346"/>
                </a:lnTo>
                <a:lnTo>
                  <a:pt x="201679" y="10964"/>
                </a:lnTo>
                <a:lnTo>
                  <a:pt x="210644" y="15347"/>
                </a:lnTo>
                <a:lnTo>
                  <a:pt x="214717" y="17092"/>
                </a:lnTo>
                <a:lnTo>
                  <a:pt x="250431" y="45605"/>
                </a:lnTo>
                <a:lnTo>
                  <a:pt x="270770" y="79037"/>
                </a:lnTo>
                <a:lnTo>
                  <a:pt x="273488" y="86919"/>
                </a:lnTo>
                <a:lnTo>
                  <a:pt x="275234" y="89247"/>
                </a:lnTo>
                <a:lnTo>
                  <a:pt x="277562" y="93902"/>
                </a:lnTo>
                <a:lnTo>
                  <a:pt x="278725" y="99721"/>
                </a:lnTo>
                <a:lnTo>
                  <a:pt x="278144" y="105540"/>
                </a:lnTo>
                <a:lnTo>
                  <a:pt x="278725" y="109613"/>
                </a:lnTo>
                <a:lnTo>
                  <a:pt x="278725" y="113104"/>
                </a:lnTo>
                <a:lnTo>
                  <a:pt x="279307" y="116596"/>
                </a:lnTo>
                <a:lnTo>
                  <a:pt x="280198" y="128170"/>
                </a:lnTo>
                <a:lnTo>
                  <a:pt x="280762" y="141544"/>
                </a:lnTo>
                <a:lnTo>
                  <a:pt x="280453" y="156119"/>
                </a:lnTo>
                <a:lnTo>
                  <a:pt x="278725" y="171293"/>
                </a:lnTo>
                <a:lnTo>
                  <a:pt x="261869" y="218999"/>
                </a:lnTo>
                <a:lnTo>
                  <a:pt x="230647" y="254213"/>
                </a:lnTo>
                <a:lnTo>
                  <a:pt x="182759" y="280980"/>
                </a:lnTo>
                <a:lnTo>
                  <a:pt x="149827" y="287963"/>
                </a:lnTo>
                <a:lnTo>
                  <a:pt x="133253" y="288835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327423" y="1063434"/>
            <a:ext cx="378460" cy="406400"/>
          </a:xfrm>
          <a:custGeom>
            <a:avLst/>
            <a:gdLst/>
            <a:ahLst/>
            <a:cxnLst/>
            <a:rect l="l" t="t" r="r" b="b"/>
            <a:pathLst>
              <a:path w="378459" h="406400">
                <a:moveTo>
                  <a:pt x="152801" y="406369"/>
                </a:moveTo>
                <a:lnTo>
                  <a:pt x="90174" y="390294"/>
                </a:lnTo>
                <a:lnTo>
                  <a:pt x="55843" y="369346"/>
                </a:lnTo>
                <a:lnTo>
                  <a:pt x="24184" y="332505"/>
                </a:lnTo>
                <a:lnTo>
                  <a:pt x="4055" y="284390"/>
                </a:lnTo>
                <a:lnTo>
                  <a:pt x="0" y="252659"/>
                </a:lnTo>
                <a:lnTo>
                  <a:pt x="854" y="219945"/>
                </a:lnTo>
                <a:lnTo>
                  <a:pt x="16856" y="154628"/>
                </a:lnTo>
                <a:lnTo>
                  <a:pt x="39195" y="109868"/>
                </a:lnTo>
                <a:lnTo>
                  <a:pt x="66972" y="70036"/>
                </a:lnTo>
                <a:lnTo>
                  <a:pt x="96057" y="40914"/>
                </a:lnTo>
                <a:lnTo>
                  <a:pt x="132271" y="17265"/>
                </a:lnTo>
                <a:lnTo>
                  <a:pt x="184950" y="1372"/>
                </a:lnTo>
                <a:lnTo>
                  <a:pt x="201579" y="0"/>
                </a:lnTo>
                <a:lnTo>
                  <a:pt x="217609" y="427"/>
                </a:lnTo>
                <a:lnTo>
                  <a:pt x="267033" y="12783"/>
                </a:lnTo>
                <a:lnTo>
                  <a:pt x="286854" y="23121"/>
                </a:lnTo>
                <a:lnTo>
                  <a:pt x="289181" y="24284"/>
                </a:lnTo>
                <a:lnTo>
                  <a:pt x="292673" y="26612"/>
                </a:lnTo>
                <a:lnTo>
                  <a:pt x="296746" y="28939"/>
                </a:lnTo>
                <a:lnTo>
                  <a:pt x="300237" y="31849"/>
                </a:lnTo>
                <a:lnTo>
                  <a:pt x="306638" y="35922"/>
                </a:lnTo>
                <a:lnTo>
                  <a:pt x="311875" y="41159"/>
                </a:lnTo>
                <a:lnTo>
                  <a:pt x="317694" y="46396"/>
                </a:lnTo>
                <a:lnTo>
                  <a:pt x="321767" y="50469"/>
                </a:lnTo>
                <a:lnTo>
                  <a:pt x="325840" y="53961"/>
                </a:lnTo>
                <a:lnTo>
                  <a:pt x="331659" y="59780"/>
                </a:lnTo>
                <a:lnTo>
                  <a:pt x="333987" y="62689"/>
                </a:lnTo>
                <a:lnTo>
                  <a:pt x="335151" y="66181"/>
                </a:lnTo>
                <a:lnTo>
                  <a:pt x="339069" y="71190"/>
                </a:lnTo>
                <a:lnTo>
                  <a:pt x="360899" y="109241"/>
                </a:lnTo>
                <a:lnTo>
                  <a:pt x="374037" y="147691"/>
                </a:lnTo>
                <a:lnTo>
                  <a:pt x="378211" y="181977"/>
                </a:lnTo>
                <a:lnTo>
                  <a:pt x="377438" y="193133"/>
                </a:lnTo>
                <a:lnTo>
                  <a:pt x="370646" y="230856"/>
                </a:lnTo>
                <a:lnTo>
                  <a:pt x="356681" y="272752"/>
                </a:lnTo>
                <a:lnTo>
                  <a:pt x="333114" y="316203"/>
                </a:lnTo>
                <a:lnTo>
                  <a:pt x="305038" y="349489"/>
                </a:lnTo>
                <a:lnTo>
                  <a:pt x="269324" y="378293"/>
                </a:lnTo>
                <a:lnTo>
                  <a:pt x="229828" y="397677"/>
                </a:lnTo>
                <a:lnTo>
                  <a:pt x="186650" y="406087"/>
                </a:lnTo>
                <a:lnTo>
                  <a:pt x="152801" y="406369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04259" y="643835"/>
            <a:ext cx="156074" cy="169539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16932281" y="127016"/>
            <a:ext cx="340995" cy="377190"/>
          </a:xfrm>
          <a:custGeom>
            <a:avLst/>
            <a:gdLst/>
            <a:ahLst/>
            <a:cxnLst/>
            <a:rect l="l" t="t" r="r" b="b"/>
            <a:pathLst>
              <a:path w="340994" h="377190">
                <a:moveTo>
                  <a:pt x="142308" y="376920"/>
                </a:moveTo>
                <a:lnTo>
                  <a:pt x="96593" y="368555"/>
                </a:lnTo>
                <a:lnTo>
                  <a:pt x="63935" y="345170"/>
                </a:lnTo>
                <a:lnTo>
                  <a:pt x="37022" y="314148"/>
                </a:lnTo>
                <a:lnTo>
                  <a:pt x="12801" y="268106"/>
                </a:lnTo>
                <a:lnTo>
                  <a:pt x="1309" y="220191"/>
                </a:lnTo>
                <a:lnTo>
                  <a:pt x="0" y="201479"/>
                </a:lnTo>
                <a:lnTo>
                  <a:pt x="436" y="183859"/>
                </a:lnTo>
                <a:lnTo>
                  <a:pt x="12219" y="133907"/>
                </a:lnTo>
                <a:lnTo>
                  <a:pt x="34258" y="94093"/>
                </a:lnTo>
                <a:lnTo>
                  <a:pt x="57616" y="62380"/>
                </a:lnTo>
                <a:lnTo>
                  <a:pt x="98193" y="28148"/>
                </a:lnTo>
                <a:lnTo>
                  <a:pt x="141981" y="6955"/>
                </a:lnTo>
                <a:lnTo>
                  <a:pt x="191732" y="0"/>
                </a:lnTo>
                <a:lnTo>
                  <a:pt x="208535" y="2400"/>
                </a:lnTo>
                <a:lnTo>
                  <a:pt x="256322" y="22693"/>
                </a:lnTo>
                <a:lnTo>
                  <a:pt x="294864" y="57225"/>
                </a:lnTo>
                <a:lnTo>
                  <a:pt x="313930" y="81464"/>
                </a:lnTo>
                <a:lnTo>
                  <a:pt x="318585" y="87283"/>
                </a:lnTo>
                <a:lnTo>
                  <a:pt x="322658" y="93102"/>
                </a:lnTo>
                <a:lnTo>
                  <a:pt x="326731" y="98339"/>
                </a:lnTo>
                <a:lnTo>
                  <a:pt x="327895" y="104740"/>
                </a:lnTo>
                <a:lnTo>
                  <a:pt x="327313" y="111723"/>
                </a:lnTo>
                <a:lnTo>
                  <a:pt x="328477" y="114050"/>
                </a:lnTo>
                <a:lnTo>
                  <a:pt x="329059" y="116378"/>
                </a:lnTo>
                <a:lnTo>
                  <a:pt x="340269" y="158756"/>
                </a:lnTo>
                <a:lnTo>
                  <a:pt x="340624" y="167220"/>
                </a:lnTo>
                <a:lnTo>
                  <a:pt x="340433" y="175576"/>
                </a:lnTo>
                <a:lnTo>
                  <a:pt x="333059" y="213772"/>
                </a:lnTo>
                <a:lnTo>
                  <a:pt x="316248" y="250858"/>
                </a:lnTo>
                <a:lnTo>
                  <a:pt x="292982" y="282799"/>
                </a:lnTo>
                <a:lnTo>
                  <a:pt x="291236" y="285126"/>
                </a:lnTo>
                <a:lnTo>
                  <a:pt x="289490" y="286872"/>
                </a:lnTo>
                <a:lnTo>
                  <a:pt x="265951" y="311784"/>
                </a:lnTo>
                <a:lnTo>
                  <a:pt x="243012" y="332550"/>
                </a:lnTo>
                <a:lnTo>
                  <a:pt x="220182" y="349389"/>
                </a:lnTo>
                <a:lnTo>
                  <a:pt x="196970" y="362518"/>
                </a:lnTo>
                <a:lnTo>
                  <a:pt x="178895" y="369937"/>
                </a:lnTo>
                <a:lnTo>
                  <a:pt x="160601" y="374737"/>
                </a:lnTo>
                <a:lnTo>
                  <a:pt x="142308" y="376920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6866818" y="876492"/>
            <a:ext cx="276225" cy="260985"/>
          </a:xfrm>
          <a:custGeom>
            <a:avLst/>
            <a:gdLst/>
            <a:ahLst/>
            <a:cxnLst/>
            <a:rect l="l" t="t" r="r" b="b"/>
            <a:pathLst>
              <a:path w="276225" h="260984">
                <a:moveTo>
                  <a:pt x="108095" y="260787"/>
                </a:moveTo>
                <a:lnTo>
                  <a:pt x="57607" y="246140"/>
                </a:lnTo>
                <a:lnTo>
                  <a:pt x="23075" y="215945"/>
                </a:lnTo>
                <a:lnTo>
                  <a:pt x="3418" y="171294"/>
                </a:lnTo>
                <a:lnTo>
                  <a:pt x="0" y="136744"/>
                </a:lnTo>
                <a:lnTo>
                  <a:pt x="1518" y="121142"/>
                </a:lnTo>
                <a:lnTo>
                  <a:pt x="18620" y="75645"/>
                </a:lnTo>
                <a:lnTo>
                  <a:pt x="46405" y="39859"/>
                </a:lnTo>
                <a:lnTo>
                  <a:pt x="80300" y="14547"/>
                </a:lnTo>
                <a:lnTo>
                  <a:pt x="118433" y="1291"/>
                </a:lnTo>
                <a:lnTo>
                  <a:pt x="131507" y="0"/>
                </a:lnTo>
                <a:lnTo>
                  <a:pt x="149027" y="200"/>
                </a:lnTo>
                <a:lnTo>
                  <a:pt x="200170" y="12801"/>
                </a:lnTo>
                <a:lnTo>
                  <a:pt x="228101" y="29676"/>
                </a:lnTo>
                <a:lnTo>
                  <a:pt x="232756" y="33167"/>
                </a:lnTo>
                <a:lnTo>
                  <a:pt x="236247" y="37822"/>
                </a:lnTo>
                <a:lnTo>
                  <a:pt x="237993" y="39568"/>
                </a:lnTo>
                <a:lnTo>
                  <a:pt x="239157" y="41314"/>
                </a:lnTo>
                <a:lnTo>
                  <a:pt x="239739" y="43060"/>
                </a:lnTo>
                <a:lnTo>
                  <a:pt x="250531" y="52870"/>
                </a:lnTo>
                <a:lnTo>
                  <a:pt x="259305" y="63935"/>
                </a:lnTo>
                <a:lnTo>
                  <a:pt x="266006" y="76200"/>
                </a:lnTo>
                <a:lnTo>
                  <a:pt x="270579" y="89611"/>
                </a:lnTo>
                <a:lnTo>
                  <a:pt x="274425" y="108040"/>
                </a:lnTo>
                <a:lnTo>
                  <a:pt x="275598" y="125761"/>
                </a:lnTo>
                <a:lnTo>
                  <a:pt x="274261" y="142717"/>
                </a:lnTo>
                <a:lnTo>
                  <a:pt x="258796" y="183895"/>
                </a:lnTo>
                <a:lnTo>
                  <a:pt x="235593" y="214135"/>
                </a:lnTo>
                <a:lnTo>
                  <a:pt x="201334" y="238575"/>
                </a:lnTo>
                <a:lnTo>
                  <a:pt x="165184" y="253777"/>
                </a:lnTo>
                <a:lnTo>
                  <a:pt x="126852" y="260687"/>
                </a:lnTo>
                <a:lnTo>
                  <a:pt x="108095" y="26078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7484788" y="216891"/>
            <a:ext cx="236854" cy="255904"/>
          </a:xfrm>
          <a:custGeom>
            <a:avLst/>
            <a:gdLst/>
            <a:ahLst/>
            <a:cxnLst/>
            <a:rect l="l" t="t" r="r" b="b"/>
            <a:pathLst>
              <a:path w="236855" h="255904">
                <a:moveTo>
                  <a:pt x="110559" y="255768"/>
                </a:moveTo>
                <a:lnTo>
                  <a:pt x="63344" y="247749"/>
                </a:lnTo>
                <a:lnTo>
                  <a:pt x="28385" y="218800"/>
                </a:lnTo>
                <a:lnTo>
                  <a:pt x="10474" y="182450"/>
                </a:lnTo>
                <a:lnTo>
                  <a:pt x="81" y="137035"/>
                </a:lnTo>
                <a:lnTo>
                  <a:pt x="0" y="120187"/>
                </a:lnTo>
                <a:lnTo>
                  <a:pt x="2382" y="103667"/>
                </a:lnTo>
                <a:lnTo>
                  <a:pt x="21529" y="57925"/>
                </a:lnTo>
                <a:lnTo>
                  <a:pt x="49751" y="25966"/>
                </a:lnTo>
                <a:lnTo>
                  <a:pt x="90093" y="4600"/>
                </a:lnTo>
                <a:lnTo>
                  <a:pt x="125097" y="0"/>
                </a:lnTo>
                <a:lnTo>
                  <a:pt x="141399" y="2063"/>
                </a:lnTo>
                <a:lnTo>
                  <a:pt x="144308" y="2645"/>
                </a:lnTo>
                <a:lnTo>
                  <a:pt x="146636" y="2645"/>
                </a:lnTo>
                <a:lnTo>
                  <a:pt x="148382" y="3809"/>
                </a:lnTo>
                <a:lnTo>
                  <a:pt x="156574" y="6782"/>
                </a:lnTo>
                <a:lnTo>
                  <a:pt x="163729" y="9701"/>
                </a:lnTo>
                <a:lnTo>
                  <a:pt x="169903" y="12728"/>
                </a:lnTo>
                <a:lnTo>
                  <a:pt x="175149" y="16029"/>
                </a:lnTo>
                <a:lnTo>
                  <a:pt x="179222" y="18938"/>
                </a:lnTo>
                <a:lnTo>
                  <a:pt x="186205" y="24757"/>
                </a:lnTo>
                <a:lnTo>
                  <a:pt x="189114" y="26503"/>
                </a:lnTo>
                <a:lnTo>
                  <a:pt x="192605" y="28249"/>
                </a:lnTo>
                <a:lnTo>
                  <a:pt x="194351" y="29994"/>
                </a:lnTo>
                <a:lnTo>
                  <a:pt x="203743" y="36977"/>
                </a:lnTo>
                <a:lnTo>
                  <a:pt x="229628" y="74609"/>
                </a:lnTo>
                <a:lnTo>
                  <a:pt x="236829" y="114950"/>
                </a:lnTo>
                <a:lnTo>
                  <a:pt x="236838" y="124588"/>
                </a:lnTo>
                <a:lnTo>
                  <a:pt x="236029" y="134444"/>
                </a:lnTo>
                <a:lnTo>
                  <a:pt x="226064" y="178667"/>
                </a:lnTo>
                <a:lnTo>
                  <a:pt x="206007" y="213108"/>
                </a:lnTo>
                <a:lnTo>
                  <a:pt x="175731" y="238311"/>
                </a:lnTo>
                <a:lnTo>
                  <a:pt x="127106" y="254359"/>
                </a:lnTo>
                <a:lnTo>
                  <a:pt x="110559" y="255768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7875818" y="313366"/>
            <a:ext cx="250190" cy="256540"/>
          </a:xfrm>
          <a:custGeom>
            <a:avLst/>
            <a:gdLst/>
            <a:ahLst/>
            <a:cxnLst/>
            <a:rect l="l" t="t" r="r" b="b"/>
            <a:pathLst>
              <a:path w="250190" h="256540">
                <a:moveTo>
                  <a:pt x="116260" y="256495"/>
                </a:moveTo>
                <a:lnTo>
                  <a:pt x="69117" y="243439"/>
                </a:lnTo>
                <a:lnTo>
                  <a:pt x="28058" y="209526"/>
                </a:lnTo>
                <a:lnTo>
                  <a:pt x="4582" y="162502"/>
                </a:lnTo>
                <a:lnTo>
                  <a:pt x="0" y="137399"/>
                </a:lnTo>
                <a:lnTo>
                  <a:pt x="218" y="112186"/>
                </a:lnTo>
                <a:lnTo>
                  <a:pt x="15047" y="62535"/>
                </a:lnTo>
                <a:lnTo>
                  <a:pt x="44269" y="23148"/>
                </a:lnTo>
                <a:lnTo>
                  <a:pt x="77973" y="3345"/>
                </a:lnTo>
                <a:lnTo>
                  <a:pt x="113250" y="0"/>
                </a:lnTo>
                <a:lnTo>
                  <a:pt x="126952" y="545"/>
                </a:lnTo>
                <a:lnTo>
                  <a:pt x="172239" y="12656"/>
                </a:lnTo>
                <a:lnTo>
                  <a:pt x="180386" y="16729"/>
                </a:lnTo>
                <a:lnTo>
                  <a:pt x="192615" y="22393"/>
                </a:lnTo>
                <a:lnTo>
                  <a:pt x="224573" y="50824"/>
                </a:lnTo>
                <a:lnTo>
                  <a:pt x="243248" y="85256"/>
                </a:lnTo>
                <a:lnTo>
                  <a:pt x="249631" y="123797"/>
                </a:lnTo>
                <a:lnTo>
                  <a:pt x="248904" y="132725"/>
                </a:lnTo>
                <a:lnTo>
                  <a:pt x="238430" y="178204"/>
                </a:lnTo>
                <a:lnTo>
                  <a:pt x="211808" y="219736"/>
                </a:lnTo>
                <a:lnTo>
                  <a:pt x="186787" y="239593"/>
                </a:lnTo>
                <a:lnTo>
                  <a:pt x="184459" y="241339"/>
                </a:lnTo>
                <a:lnTo>
                  <a:pt x="182131" y="242503"/>
                </a:lnTo>
                <a:lnTo>
                  <a:pt x="161192" y="251095"/>
                </a:lnTo>
                <a:lnTo>
                  <a:pt x="138999" y="255814"/>
                </a:lnTo>
                <a:lnTo>
                  <a:pt x="116260" y="256495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7942573" y="2450096"/>
            <a:ext cx="281305" cy="288925"/>
          </a:xfrm>
          <a:custGeom>
            <a:avLst/>
            <a:gdLst/>
            <a:ahLst/>
            <a:cxnLst/>
            <a:rect l="l" t="t" r="r" b="b"/>
            <a:pathLst>
              <a:path w="281305" h="288925">
                <a:moveTo>
                  <a:pt x="133253" y="288835"/>
                </a:moveTo>
                <a:lnTo>
                  <a:pt x="86628" y="282507"/>
                </a:lnTo>
                <a:lnTo>
                  <a:pt x="43423" y="260759"/>
                </a:lnTo>
                <a:lnTo>
                  <a:pt x="12601" y="224046"/>
                </a:lnTo>
                <a:lnTo>
                  <a:pt x="0" y="169548"/>
                </a:lnTo>
                <a:lnTo>
                  <a:pt x="2882" y="138535"/>
                </a:lnTo>
                <a:lnTo>
                  <a:pt x="27412" y="77164"/>
                </a:lnTo>
                <a:lnTo>
                  <a:pt x="58207" y="38404"/>
                </a:lnTo>
                <a:lnTo>
                  <a:pt x="90775" y="14183"/>
                </a:lnTo>
                <a:lnTo>
                  <a:pt x="95430" y="11274"/>
                </a:lnTo>
                <a:lnTo>
                  <a:pt x="137617" y="218"/>
                </a:lnTo>
                <a:lnTo>
                  <a:pt x="154183" y="0"/>
                </a:lnTo>
                <a:lnTo>
                  <a:pt x="171076" y="1963"/>
                </a:lnTo>
                <a:lnTo>
                  <a:pt x="182004" y="4382"/>
                </a:lnTo>
                <a:lnTo>
                  <a:pt x="192169" y="7346"/>
                </a:lnTo>
                <a:lnTo>
                  <a:pt x="201679" y="10964"/>
                </a:lnTo>
                <a:lnTo>
                  <a:pt x="210644" y="15347"/>
                </a:lnTo>
                <a:lnTo>
                  <a:pt x="214717" y="17092"/>
                </a:lnTo>
                <a:lnTo>
                  <a:pt x="250431" y="45605"/>
                </a:lnTo>
                <a:lnTo>
                  <a:pt x="270770" y="79037"/>
                </a:lnTo>
                <a:lnTo>
                  <a:pt x="273488" y="86919"/>
                </a:lnTo>
                <a:lnTo>
                  <a:pt x="275234" y="89247"/>
                </a:lnTo>
                <a:lnTo>
                  <a:pt x="277562" y="93902"/>
                </a:lnTo>
                <a:lnTo>
                  <a:pt x="278725" y="99721"/>
                </a:lnTo>
                <a:lnTo>
                  <a:pt x="278144" y="105540"/>
                </a:lnTo>
                <a:lnTo>
                  <a:pt x="278725" y="109613"/>
                </a:lnTo>
                <a:lnTo>
                  <a:pt x="278725" y="113104"/>
                </a:lnTo>
                <a:lnTo>
                  <a:pt x="279307" y="116596"/>
                </a:lnTo>
                <a:lnTo>
                  <a:pt x="280198" y="128170"/>
                </a:lnTo>
                <a:lnTo>
                  <a:pt x="280762" y="141544"/>
                </a:lnTo>
                <a:lnTo>
                  <a:pt x="280453" y="156119"/>
                </a:lnTo>
                <a:lnTo>
                  <a:pt x="278725" y="171293"/>
                </a:lnTo>
                <a:lnTo>
                  <a:pt x="261869" y="218999"/>
                </a:lnTo>
                <a:lnTo>
                  <a:pt x="230647" y="254213"/>
                </a:lnTo>
                <a:lnTo>
                  <a:pt x="182759" y="280980"/>
                </a:lnTo>
                <a:lnTo>
                  <a:pt x="149827" y="287963"/>
                </a:lnTo>
                <a:lnTo>
                  <a:pt x="133253" y="288835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7310658" y="2203746"/>
            <a:ext cx="378460" cy="406400"/>
          </a:xfrm>
          <a:custGeom>
            <a:avLst/>
            <a:gdLst/>
            <a:ahLst/>
            <a:cxnLst/>
            <a:rect l="l" t="t" r="r" b="b"/>
            <a:pathLst>
              <a:path w="378459" h="406400">
                <a:moveTo>
                  <a:pt x="152801" y="406369"/>
                </a:moveTo>
                <a:lnTo>
                  <a:pt x="90174" y="390294"/>
                </a:lnTo>
                <a:lnTo>
                  <a:pt x="55843" y="369346"/>
                </a:lnTo>
                <a:lnTo>
                  <a:pt x="24184" y="332505"/>
                </a:lnTo>
                <a:lnTo>
                  <a:pt x="4055" y="284390"/>
                </a:lnTo>
                <a:lnTo>
                  <a:pt x="0" y="252659"/>
                </a:lnTo>
                <a:lnTo>
                  <a:pt x="854" y="219945"/>
                </a:lnTo>
                <a:lnTo>
                  <a:pt x="16856" y="154628"/>
                </a:lnTo>
                <a:lnTo>
                  <a:pt x="39195" y="109868"/>
                </a:lnTo>
                <a:lnTo>
                  <a:pt x="66972" y="70036"/>
                </a:lnTo>
                <a:lnTo>
                  <a:pt x="96057" y="40914"/>
                </a:lnTo>
                <a:lnTo>
                  <a:pt x="132271" y="17265"/>
                </a:lnTo>
                <a:lnTo>
                  <a:pt x="184950" y="1372"/>
                </a:lnTo>
                <a:lnTo>
                  <a:pt x="201579" y="0"/>
                </a:lnTo>
                <a:lnTo>
                  <a:pt x="217609" y="427"/>
                </a:lnTo>
                <a:lnTo>
                  <a:pt x="267033" y="12783"/>
                </a:lnTo>
                <a:lnTo>
                  <a:pt x="286854" y="23121"/>
                </a:lnTo>
                <a:lnTo>
                  <a:pt x="289181" y="24284"/>
                </a:lnTo>
                <a:lnTo>
                  <a:pt x="292673" y="26612"/>
                </a:lnTo>
                <a:lnTo>
                  <a:pt x="296746" y="28939"/>
                </a:lnTo>
                <a:lnTo>
                  <a:pt x="300237" y="31849"/>
                </a:lnTo>
                <a:lnTo>
                  <a:pt x="306638" y="35922"/>
                </a:lnTo>
                <a:lnTo>
                  <a:pt x="311875" y="41159"/>
                </a:lnTo>
                <a:lnTo>
                  <a:pt x="317694" y="46396"/>
                </a:lnTo>
                <a:lnTo>
                  <a:pt x="321767" y="50469"/>
                </a:lnTo>
                <a:lnTo>
                  <a:pt x="325840" y="53961"/>
                </a:lnTo>
                <a:lnTo>
                  <a:pt x="331659" y="59780"/>
                </a:lnTo>
                <a:lnTo>
                  <a:pt x="333987" y="62689"/>
                </a:lnTo>
                <a:lnTo>
                  <a:pt x="335151" y="66181"/>
                </a:lnTo>
                <a:lnTo>
                  <a:pt x="339069" y="71190"/>
                </a:lnTo>
                <a:lnTo>
                  <a:pt x="360899" y="109241"/>
                </a:lnTo>
                <a:lnTo>
                  <a:pt x="374037" y="147691"/>
                </a:lnTo>
                <a:lnTo>
                  <a:pt x="378211" y="181977"/>
                </a:lnTo>
                <a:lnTo>
                  <a:pt x="377438" y="193133"/>
                </a:lnTo>
                <a:lnTo>
                  <a:pt x="370646" y="230856"/>
                </a:lnTo>
                <a:lnTo>
                  <a:pt x="356681" y="272752"/>
                </a:lnTo>
                <a:lnTo>
                  <a:pt x="333114" y="316203"/>
                </a:lnTo>
                <a:lnTo>
                  <a:pt x="305038" y="349489"/>
                </a:lnTo>
                <a:lnTo>
                  <a:pt x="269324" y="378293"/>
                </a:lnTo>
                <a:lnTo>
                  <a:pt x="229828" y="397677"/>
                </a:lnTo>
                <a:lnTo>
                  <a:pt x="186650" y="406087"/>
                </a:lnTo>
                <a:lnTo>
                  <a:pt x="152801" y="406369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87492" y="1784148"/>
            <a:ext cx="156074" cy="169539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7915515" y="1267329"/>
            <a:ext cx="340995" cy="377190"/>
          </a:xfrm>
          <a:custGeom>
            <a:avLst/>
            <a:gdLst/>
            <a:ahLst/>
            <a:cxnLst/>
            <a:rect l="l" t="t" r="r" b="b"/>
            <a:pathLst>
              <a:path w="340994" h="377189">
                <a:moveTo>
                  <a:pt x="142308" y="376920"/>
                </a:moveTo>
                <a:lnTo>
                  <a:pt x="96593" y="368555"/>
                </a:lnTo>
                <a:lnTo>
                  <a:pt x="63935" y="345170"/>
                </a:lnTo>
                <a:lnTo>
                  <a:pt x="37022" y="314148"/>
                </a:lnTo>
                <a:lnTo>
                  <a:pt x="12801" y="268106"/>
                </a:lnTo>
                <a:lnTo>
                  <a:pt x="1309" y="220191"/>
                </a:lnTo>
                <a:lnTo>
                  <a:pt x="0" y="201479"/>
                </a:lnTo>
                <a:lnTo>
                  <a:pt x="436" y="183859"/>
                </a:lnTo>
                <a:lnTo>
                  <a:pt x="12219" y="133907"/>
                </a:lnTo>
                <a:lnTo>
                  <a:pt x="34258" y="94093"/>
                </a:lnTo>
                <a:lnTo>
                  <a:pt x="57616" y="62380"/>
                </a:lnTo>
                <a:lnTo>
                  <a:pt x="98193" y="28148"/>
                </a:lnTo>
                <a:lnTo>
                  <a:pt x="141981" y="6955"/>
                </a:lnTo>
                <a:lnTo>
                  <a:pt x="191732" y="0"/>
                </a:lnTo>
                <a:lnTo>
                  <a:pt x="208535" y="2400"/>
                </a:lnTo>
                <a:lnTo>
                  <a:pt x="256322" y="22693"/>
                </a:lnTo>
                <a:lnTo>
                  <a:pt x="294864" y="57225"/>
                </a:lnTo>
                <a:lnTo>
                  <a:pt x="313930" y="81464"/>
                </a:lnTo>
                <a:lnTo>
                  <a:pt x="318585" y="87283"/>
                </a:lnTo>
                <a:lnTo>
                  <a:pt x="322658" y="93102"/>
                </a:lnTo>
                <a:lnTo>
                  <a:pt x="326731" y="98339"/>
                </a:lnTo>
                <a:lnTo>
                  <a:pt x="327895" y="104740"/>
                </a:lnTo>
                <a:lnTo>
                  <a:pt x="327313" y="111723"/>
                </a:lnTo>
                <a:lnTo>
                  <a:pt x="328477" y="114050"/>
                </a:lnTo>
                <a:lnTo>
                  <a:pt x="329059" y="116378"/>
                </a:lnTo>
                <a:lnTo>
                  <a:pt x="340269" y="158756"/>
                </a:lnTo>
                <a:lnTo>
                  <a:pt x="340624" y="167220"/>
                </a:lnTo>
                <a:lnTo>
                  <a:pt x="340433" y="175576"/>
                </a:lnTo>
                <a:lnTo>
                  <a:pt x="333059" y="213772"/>
                </a:lnTo>
                <a:lnTo>
                  <a:pt x="316248" y="250858"/>
                </a:lnTo>
                <a:lnTo>
                  <a:pt x="292982" y="282799"/>
                </a:lnTo>
                <a:lnTo>
                  <a:pt x="291236" y="285126"/>
                </a:lnTo>
                <a:lnTo>
                  <a:pt x="289490" y="286872"/>
                </a:lnTo>
                <a:lnTo>
                  <a:pt x="265951" y="311784"/>
                </a:lnTo>
                <a:lnTo>
                  <a:pt x="243012" y="332550"/>
                </a:lnTo>
                <a:lnTo>
                  <a:pt x="220182" y="349389"/>
                </a:lnTo>
                <a:lnTo>
                  <a:pt x="196970" y="362518"/>
                </a:lnTo>
                <a:lnTo>
                  <a:pt x="178895" y="369937"/>
                </a:lnTo>
                <a:lnTo>
                  <a:pt x="160601" y="374737"/>
                </a:lnTo>
                <a:lnTo>
                  <a:pt x="142308" y="376920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7850053" y="2016804"/>
            <a:ext cx="276225" cy="260985"/>
          </a:xfrm>
          <a:custGeom>
            <a:avLst/>
            <a:gdLst/>
            <a:ahLst/>
            <a:cxnLst/>
            <a:rect l="l" t="t" r="r" b="b"/>
            <a:pathLst>
              <a:path w="276225" h="260985">
                <a:moveTo>
                  <a:pt x="108095" y="260787"/>
                </a:moveTo>
                <a:lnTo>
                  <a:pt x="57607" y="246140"/>
                </a:lnTo>
                <a:lnTo>
                  <a:pt x="23075" y="215945"/>
                </a:lnTo>
                <a:lnTo>
                  <a:pt x="3418" y="171294"/>
                </a:lnTo>
                <a:lnTo>
                  <a:pt x="0" y="136744"/>
                </a:lnTo>
                <a:lnTo>
                  <a:pt x="1518" y="121142"/>
                </a:lnTo>
                <a:lnTo>
                  <a:pt x="18620" y="75645"/>
                </a:lnTo>
                <a:lnTo>
                  <a:pt x="46405" y="39859"/>
                </a:lnTo>
                <a:lnTo>
                  <a:pt x="80300" y="14547"/>
                </a:lnTo>
                <a:lnTo>
                  <a:pt x="118433" y="1291"/>
                </a:lnTo>
                <a:lnTo>
                  <a:pt x="131507" y="0"/>
                </a:lnTo>
                <a:lnTo>
                  <a:pt x="149027" y="200"/>
                </a:lnTo>
                <a:lnTo>
                  <a:pt x="200170" y="12801"/>
                </a:lnTo>
                <a:lnTo>
                  <a:pt x="228101" y="29676"/>
                </a:lnTo>
                <a:lnTo>
                  <a:pt x="232756" y="33167"/>
                </a:lnTo>
                <a:lnTo>
                  <a:pt x="236247" y="37822"/>
                </a:lnTo>
                <a:lnTo>
                  <a:pt x="237993" y="39568"/>
                </a:lnTo>
                <a:lnTo>
                  <a:pt x="239157" y="41314"/>
                </a:lnTo>
                <a:lnTo>
                  <a:pt x="239739" y="43060"/>
                </a:lnTo>
                <a:lnTo>
                  <a:pt x="250531" y="52870"/>
                </a:lnTo>
                <a:lnTo>
                  <a:pt x="259305" y="63935"/>
                </a:lnTo>
                <a:lnTo>
                  <a:pt x="266006" y="76200"/>
                </a:lnTo>
                <a:lnTo>
                  <a:pt x="270579" y="89611"/>
                </a:lnTo>
                <a:lnTo>
                  <a:pt x="274425" y="108040"/>
                </a:lnTo>
                <a:lnTo>
                  <a:pt x="275598" y="125761"/>
                </a:lnTo>
                <a:lnTo>
                  <a:pt x="274261" y="142717"/>
                </a:lnTo>
                <a:lnTo>
                  <a:pt x="258796" y="183895"/>
                </a:lnTo>
                <a:lnTo>
                  <a:pt x="235593" y="214135"/>
                </a:lnTo>
                <a:lnTo>
                  <a:pt x="201334" y="238575"/>
                </a:lnTo>
                <a:lnTo>
                  <a:pt x="165184" y="253777"/>
                </a:lnTo>
                <a:lnTo>
                  <a:pt x="126852" y="260687"/>
                </a:lnTo>
                <a:lnTo>
                  <a:pt x="108095" y="26078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049518" y="10216010"/>
            <a:ext cx="312420" cy="71120"/>
          </a:xfrm>
          <a:custGeom>
            <a:avLst/>
            <a:gdLst/>
            <a:ahLst/>
            <a:cxnLst/>
            <a:rect l="l" t="t" r="r" b="b"/>
            <a:pathLst>
              <a:path w="312419" h="71120">
                <a:moveTo>
                  <a:pt x="311806" y="70988"/>
                </a:moveTo>
                <a:lnTo>
                  <a:pt x="0" y="70988"/>
                </a:lnTo>
                <a:lnTo>
                  <a:pt x="2366" y="68308"/>
                </a:lnTo>
                <a:lnTo>
                  <a:pt x="32515" y="40177"/>
                </a:lnTo>
                <a:lnTo>
                  <a:pt x="74166" y="15792"/>
                </a:lnTo>
                <a:lnTo>
                  <a:pt x="121954" y="2618"/>
                </a:lnTo>
                <a:lnTo>
                  <a:pt x="157986" y="0"/>
                </a:lnTo>
                <a:lnTo>
                  <a:pt x="175779" y="590"/>
                </a:lnTo>
                <a:lnTo>
                  <a:pt x="222148" y="9401"/>
                </a:lnTo>
                <a:lnTo>
                  <a:pt x="270263" y="30922"/>
                </a:lnTo>
                <a:lnTo>
                  <a:pt x="305759" y="62926"/>
                </a:lnTo>
                <a:lnTo>
                  <a:pt x="311806" y="70988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725" y="10187679"/>
            <a:ext cx="156074" cy="99319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1242782" y="9259917"/>
            <a:ext cx="255270" cy="262255"/>
          </a:xfrm>
          <a:custGeom>
            <a:avLst/>
            <a:gdLst/>
            <a:ahLst/>
            <a:cxnLst/>
            <a:rect l="l" t="t" r="r" b="b"/>
            <a:pathLst>
              <a:path w="255269" h="262254">
                <a:moveTo>
                  <a:pt x="113441" y="262051"/>
                </a:moveTo>
                <a:lnTo>
                  <a:pt x="73654" y="256814"/>
                </a:lnTo>
                <a:lnTo>
                  <a:pt x="34522" y="236375"/>
                </a:lnTo>
                <a:lnTo>
                  <a:pt x="30449" y="229392"/>
                </a:lnTo>
                <a:lnTo>
                  <a:pt x="27539" y="225901"/>
                </a:lnTo>
                <a:lnTo>
                  <a:pt x="24630" y="221827"/>
                </a:lnTo>
                <a:lnTo>
                  <a:pt x="22302" y="217754"/>
                </a:lnTo>
                <a:lnTo>
                  <a:pt x="18811" y="212517"/>
                </a:lnTo>
                <a:lnTo>
                  <a:pt x="3682" y="171203"/>
                </a:lnTo>
                <a:lnTo>
                  <a:pt x="0" y="140108"/>
                </a:lnTo>
                <a:lnTo>
                  <a:pt x="772" y="131052"/>
                </a:lnTo>
                <a:lnTo>
                  <a:pt x="13356" y="83701"/>
                </a:lnTo>
                <a:lnTo>
                  <a:pt x="33295" y="47633"/>
                </a:lnTo>
                <a:lnTo>
                  <a:pt x="60707" y="18747"/>
                </a:lnTo>
                <a:lnTo>
                  <a:pt x="102931" y="1545"/>
                </a:lnTo>
                <a:lnTo>
                  <a:pt x="129834" y="0"/>
                </a:lnTo>
                <a:lnTo>
                  <a:pt x="145154" y="2163"/>
                </a:lnTo>
                <a:lnTo>
                  <a:pt x="183204" y="17747"/>
                </a:lnTo>
                <a:lnTo>
                  <a:pt x="212053" y="43869"/>
                </a:lnTo>
                <a:lnTo>
                  <a:pt x="225964" y="65881"/>
                </a:lnTo>
                <a:lnTo>
                  <a:pt x="228292" y="69372"/>
                </a:lnTo>
                <a:lnTo>
                  <a:pt x="247640" y="108577"/>
                </a:lnTo>
                <a:lnTo>
                  <a:pt x="255059" y="146763"/>
                </a:lnTo>
                <a:lnTo>
                  <a:pt x="254477" y="152000"/>
                </a:lnTo>
                <a:lnTo>
                  <a:pt x="240657" y="193842"/>
                </a:lnTo>
                <a:lnTo>
                  <a:pt x="212726" y="226773"/>
                </a:lnTo>
                <a:lnTo>
                  <a:pt x="195124" y="239284"/>
                </a:lnTo>
                <a:lnTo>
                  <a:pt x="190469" y="242194"/>
                </a:lnTo>
                <a:lnTo>
                  <a:pt x="186396" y="244521"/>
                </a:lnTo>
                <a:lnTo>
                  <a:pt x="182904" y="246849"/>
                </a:lnTo>
                <a:lnTo>
                  <a:pt x="179413" y="248594"/>
                </a:lnTo>
                <a:lnTo>
                  <a:pt x="139835" y="259987"/>
                </a:lnTo>
                <a:lnTo>
                  <a:pt x="120815" y="261805"/>
                </a:lnTo>
                <a:lnTo>
                  <a:pt x="113441" y="262051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610748" y="9670860"/>
            <a:ext cx="340995" cy="377190"/>
          </a:xfrm>
          <a:custGeom>
            <a:avLst/>
            <a:gdLst/>
            <a:ahLst/>
            <a:cxnLst/>
            <a:rect l="l" t="t" r="r" b="b"/>
            <a:pathLst>
              <a:path w="340994" h="377190">
                <a:moveTo>
                  <a:pt x="142308" y="376920"/>
                </a:moveTo>
                <a:lnTo>
                  <a:pt x="96593" y="368555"/>
                </a:lnTo>
                <a:lnTo>
                  <a:pt x="63935" y="345170"/>
                </a:lnTo>
                <a:lnTo>
                  <a:pt x="37022" y="314148"/>
                </a:lnTo>
                <a:lnTo>
                  <a:pt x="12801" y="268106"/>
                </a:lnTo>
                <a:lnTo>
                  <a:pt x="1309" y="220191"/>
                </a:lnTo>
                <a:lnTo>
                  <a:pt x="0" y="201479"/>
                </a:lnTo>
                <a:lnTo>
                  <a:pt x="436" y="183859"/>
                </a:lnTo>
                <a:lnTo>
                  <a:pt x="12219" y="133907"/>
                </a:lnTo>
                <a:lnTo>
                  <a:pt x="34258" y="94093"/>
                </a:lnTo>
                <a:lnTo>
                  <a:pt x="57616" y="62380"/>
                </a:lnTo>
                <a:lnTo>
                  <a:pt x="98193" y="28148"/>
                </a:lnTo>
                <a:lnTo>
                  <a:pt x="141981" y="6955"/>
                </a:lnTo>
                <a:lnTo>
                  <a:pt x="191732" y="0"/>
                </a:lnTo>
                <a:lnTo>
                  <a:pt x="208535" y="2400"/>
                </a:lnTo>
                <a:lnTo>
                  <a:pt x="256322" y="22693"/>
                </a:lnTo>
                <a:lnTo>
                  <a:pt x="294864" y="57225"/>
                </a:lnTo>
                <a:lnTo>
                  <a:pt x="313930" y="81464"/>
                </a:lnTo>
                <a:lnTo>
                  <a:pt x="318585" y="87283"/>
                </a:lnTo>
                <a:lnTo>
                  <a:pt x="322658" y="93102"/>
                </a:lnTo>
                <a:lnTo>
                  <a:pt x="326731" y="98339"/>
                </a:lnTo>
                <a:lnTo>
                  <a:pt x="327895" y="104740"/>
                </a:lnTo>
                <a:lnTo>
                  <a:pt x="327313" y="111723"/>
                </a:lnTo>
                <a:lnTo>
                  <a:pt x="328477" y="114050"/>
                </a:lnTo>
                <a:lnTo>
                  <a:pt x="329059" y="116378"/>
                </a:lnTo>
                <a:lnTo>
                  <a:pt x="340269" y="158756"/>
                </a:lnTo>
                <a:lnTo>
                  <a:pt x="340624" y="167220"/>
                </a:lnTo>
                <a:lnTo>
                  <a:pt x="340433" y="175576"/>
                </a:lnTo>
                <a:lnTo>
                  <a:pt x="333059" y="213772"/>
                </a:lnTo>
                <a:lnTo>
                  <a:pt x="316248" y="250858"/>
                </a:lnTo>
                <a:lnTo>
                  <a:pt x="292982" y="282799"/>
                </a:lnTo>
                <a:lnTo>
                  <a:pt x="291236" y="285126"/>
                </a:lnTo>
                <a:lnTo>
                  <a:pt x="289490" y="286872"/>
                </a:lnTo>
                <a:lnTo>
                  <a:pt x="265951" y="311784"/>
                </a:lnTo>
                <a:lnTo>
                  <a:pt x="243012" y="332550"/>
                </a:lnTo>
                <a:lnTo>
                  <a:pt x="220182" y="349389"/>
                </a:lnTo>
                <a:lnTo>
                  <a:pt x="196970" y="362518"/>
                </a:lnTo>
                <a:lnTo>
                  <a:pt x="178895" y="369937"/>
                </a:lnTo>
                <a:lnTo>
                  <a:pt x="160601" y="374737"/>
                </a:lnTo>
                <a:lnTo>
                  <a:pt x="142308" y="376920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163253" y="9760735"/>
            <a:ext cx="236854" cy="255904"/>
          </a:xfrm>
          <a:custGeom>
            <a:avLst/>
            <a:gdLst/>
            <a:ahLst/>
            <a:cxnLst/>
            <a:rect l="l" t="t" r="r" b="b"/>
            <a:pathLst>
              <a:path w="236855" h="255904">
                <a:moveTo>
                  <a:pt x="110559" y="255768"/>
                </a:moveTo>
                <a:lnTo>
                  <a:pt x="63344" y="247749"/>
                </a:lnTo>
                <a:lnTo>
                  <a:pt x="28385" y="218800"/>
                </a:lnTo>
                <a:lnTo>
                  <a:pt x="10474" y="182450"/>
                </a:lnTo>
                <a:lnTo>
                  <a:pt x="81" y="137035"/>
                </a:lnTo>
                <a:lnTo>
                  <a:pt x="0" y="120187"/>
                </a:lnTo>
                <a:lnTo>
                  <a:pt x="2382" y="103667"/>
                </a:lnTo>
                <a:lnTo>
                  <a:pt x="21529" y="57925"/>
                </a:lnTo>
                <a:lnTo>
                  <a:pt x="49751" y="25966"/>
                </a:lnTo>
                <a:lnTo>
                  <a:pt x="90093" y="4600"/>
                </a:lnTo>
                <a:lnTo>
                  <a:pt x="125097" y="0"/>
                </a:lnTo>
                <a:lnTo>
                  <a:pt x="141399" y="2063"/>
                </a:lnTo>
                <a:lnTo>
                  <a:pt x="144308" y="2645"/>
                </a:lnTo>
                <a:lnTo>
                  <a:pt x="146636" y="2645"/>
                </a:lnTo>
                <a:lnTo>
                  <a:pt x="148382" y="3809"/>
                </a:lnTo>
                <a:lnTo>
                  <a:pt x="156574" y="6782"/>
                </a:lnTo>
                <a:lnTo>
                  <a:pt x="163729" y="9701"/>
                </a:lnTo>
                <a:lnTo>
                  <a:pt x="169903" y="12728"/>
                </a:lnTo>
                <a:lnTo>
                  <a:pt x="175149" y="16029"/>
                </a:lnTo>
                <a:lnTo>
                  <a:pt x="179222" y="18938"/>
                </a:lnTo>
                <a:lnTo>
                  <a:pt x="186205" y="24757"/>
                </a:lnTo>
                <a:lnTo>
                  <a:pt x="189114" y="26503"/>
                </a:lnTo>
                <a:lnTo>
                  <a:pt x="192605" y="28249"/>
                </a:lnTo>
                <a:lnTo>
                  <a:pt x="194351" y="29994"/>
                </a:lnTo>
                <a:lnTo>
                  <a:pt x="203743" y="36977"/>
                </a:lnTo>
                <a:lnTo>
                  <a:pt x="229628" y="74609"/>
                </a:lnTo>
                <a:lnTo>
                  <a:pt x="236829" y="114950"/>
                </a:lnTo>
                <a:lnTo>
                  <a:pt x="236838" y="124588"/>
                </a:lnTo>
                <a:lnTo>
                  <a:pt x="236029" y="134444"/>
                </a:lnTo>
                <a:lnTo>
                  <a:pt x="226064" y="178667"/>
                </a:lnTo>
                <a:lnTo>
                  <a:pt x="206007" y="213108"/>
                </a:lnTo>
                <a:lnTo>
                  <a:pt x="175731" y="238311"/>
                </a:lnTo>
                <a:lnTo>
                  <a:pt x="127106" y="254359"/>
                </a:lnTo>
                <a:lnTo>
                  <a:pt x="110559" y="255768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9649" y="9286812"/>
            <a:ext cx="252500" cy="247003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1554284" y="9857210"/>
            <a:ext cx="250190" cy="256540"/>
          </a:xfrm>
          <a:custGeom>
            <a:avLst/>
            <a:gdLst/>
            <a:ahLst/>
            <a:cxnLst/>
            <a:rect l="l" t="t" r="r" b="b"/>
            <a:pathLst>
              <a:path w="250189" h="256540">
                <a:moveTo>
                  <a:pt x="116260" y="256495"/>
                </a:moveTo>
                <a:lnTo>
                  <a:pt x="69117" y="243439"/>
                </a:lnTo>
                <a:lnTo>
                  <a:pt x="28058" y="209526"/>
                </a:lnTo>
                <a:lnTo>
                  <a:pt x="4582" y="162502"/>
                </a:lnTo>
                <a:lnTo>
                  <a:pt x="0" y="137399"/>
                </a:lnTo>
                <a:lnTo>
                  <a:pt x="218" y="112186"/>
                </a:lnTo>
                <a:lnTo>
                  <a:pt x="15047" y="62535"/>
                </a:lnTo>
                <a:lnTo>
                  <a:pt x="44269" y="23148"/>
                </a:lnTo>
                <a:lnTo>
                  <a:pt x="77973" y="3345"/>
                </a:lnTo>
                <a:lnTo>
                  <a:pt x="113250" y="0"/>
                </a:lnTo>
                <a:lnTo>
                  <a:pt x="126952" y="545"/>
                </a:lnTo>
                <a:lnTo>
                  <a:pt x="172239" y="12656"/>
                </a:lnTo>
                <a:lnTo>
                  <a:pt x="180386" y="16729"/>
                </a:lnTo>
                <a:lnTo>
                  <a:pt x="192615" y="22393"/>
                </a:lnTo>
                <a:lnTo>
                  <a:pt x="224573" y="50824"/>
                </a:lnTo>
                <a:lnTo>
                  <a:pt x="243248" y="85256"/>
                </a:lnTo>
                <a:lnTo>
                  <a:pt x="249631" y="123797"/>
                </a:lnTo>
                <a:lnTo>
                  <a:pt x="248904" y="132725"/>
                </a:lnTo>
                <a:lnTo>
                  <a:pt x="238430" y="178204"/>
                </a:lnTo>
                <a:lnTo>
                  <a:pt x="211808" y="219736"/>
                </a:lnTo>
                <a:lnTo>
                  <a:pt x="186787" y="239593"/>
                </a:lnTo>
                <a:lnTo>
                  <a:pt x="184459" y="241339"/>
                </a:lnTo>
                <a:lnTo>
                  <a:pt x="182131" y="242503"/>
                </a:lnTo>
                <a:lnTo>
                  <a:pt x="161192" y="251095"/>
                </a:lnTo>
                <a:lnTo>
                  <a:pt x="138999" y="255814"/>
                </a:lnTo>
                <a:lnTo>
                  <a:pt x="116260" y="256495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7688" y="9360479"/>
            <a:ext cx="380365" cy="347345"/>
          </a:xfrm>
          <a:custGeom>
            <a:avLst/>
            <a:gdLst/>
            <a:ahLst/>
            <a:cxnLst/>
            <a:rect l="l" t="t" r="r" b="b"/>
            <a:pathLst>
              <a:path w="380365" h="347345">
                <a:moveTo>
                  <a:pt x="182832" y="347307"/>
                </a:moveTo>
                <a:lnTo>
                  <a:pt x="141299" y="341388"/>
                </a:lnTo>
                <a:lnTo>
                  <a:pt x="94557" y="325359"/>
                </a:lnTo>
                <a:lnTo>
                  <a:pt x="55861" y="294009"/>
                </a:lnTo>
                <a:lnTo>
                  <a:pt x="27203" y="257786"/>
                </a:lnTo>
                <a:lnTo>
                  <a:pt x="5164" y="207235"/>
                </a:lnTo>
                <a:lnTo>
                  <a:pt x="0" y="170576"/>
                </a:lnTo>
                <a:lnTo>
                  <a:pt x="0" y="166502"/>
                </a:lnTo>
                <a:lnTo>
                  <a:pt x="4782" y="128307"/>
                </a:lnTo>
                <a:lnTo>
                  <a:pt x="20366" y="90275"/>
                </a:lnTo>
                <a:lnTo>
                  <a:pt x="47542" y="56961"/>
                </a:lnTo>
                <a:lnTo>
                  <a:pt x="80228" y="30485"/>
                </a:lnTo>
                <a:lnTo>
                  <a:pt x="123797" y="10237"/>
                </a:lnTo>
                <a:lnTo>
                  <a:pt x="172239" y="663"/>
                </a:lnTo>
                <a:lnTo>
                  <a:pt x="192051" y="0"/>
                </a:lnTo>
                <a:lnTo>
                  <a:pt x="209844" y="590"/>
                </a:lnTo>
                <a:lnTo>
                  <a:pt x="256213" y="9401"/>
                </a:lnTo>
                <a:lnTo>
                  <a:pt x="304329" y="30922"/>
                </a:lnTo>
                <a:lnTo>
                  <a:pt x="339824" y="62926"/>
                </a:lnTo>
                <a:lnTo>
                  <a:pt x="363300" y="102912"/>
                </a:lnTo>
                <a:lnTo>
                  <a:pt x="376483" y="145554"/>
                </a:lnTo>
                <a:lnTo>
                  <a:pt x="379902" y="179158"/>
                </a:lnTo>
                <a:lnTo>
                  <a:pt x="378201" y="194978"/>
                </a:lnTo>
                <a:lnTo>
                  <a:pt x="361208" y="236766"/>
                </a:lnTo>
                <a:lnTo>
                  <a:pt x="340406" y="262514"/>
                </a:lnTo>
                <a:lnTo>
                  <a:pt x="337496" y="266587"/>
                </a:lnTo>
                <a:lnTo>
                  <a:pt x="334587" y="270079"/>
                </a:lnTo>
                <a:lnTo>
                  <a:pt x="331677" y="274152"/>
                </a:lnTo>
                <a:lnTo>
                  <a:pt x="326440" y="281135"/>
                </a:lnTo>
                <a:lnTo>
                  <a:pt x="322367" y="286372"/>
                </a:lnTo>
                <a:lnTo>
                  <a:pt x="318876" y="291609"/>
                </a:lnTo>
                <a:lnTo>
                  <a:pt x="314221" y="296264"/>
                </a:lnTo>
                <a:lnTo>
                  <a:pt x="281780" y="324631"/>
                </a:lnTo>
                <a:lnTo>
                  <a:pt x="243221" y="341670"/>
                </a:lnTo>
                <a:lnTo>
                  <a:pt x="214499" y="346889"/>
                </a:lnTo>
                <a:lnTo>
                  <a:pt x="182832" y="34730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05016" y="8404386"/>
            <a:ext cx="255270" cy="262255"/>
          </a:xfrm>
          <a:custGeom>
            <a:avLst/>
            <a:gdLst/>
            <a:ahLst/>
            <a:cxnLst/>
            <a:rect l="l" t="t" r="r" b="b"/>
            <a:pathLst>
              <a:path w="255270" h="262254">
                <a:moveTo>
                  <a:pt x="113441" y="262051"/>
                </a:moveTo>
                <a:lnTo>
                  <a:pt x="73654" y="256814"/>
                </a:lnTo>
                <a:lnTo>
                  <a:pt x="34522" y="236375"/>
                </a:lnTo>
                <a:lnTo>
                  <a:pt x="30449" y="229392"/>
                </a:lnTo>
                <a:lnTo>
                  <a:pt x="27539" y="225901"/>
                </a:lnTo>
                <a:lnTo>
                  <a:pt x="24630" y="221827"/>
                </a:lnTo>
                <a:lnTo>
                  <a:pt x="22302" y="217754"/>
                </a:lnTo>
                <a:lnTo>
                  <a:pt x="18811" y="212517"/>
                </a:lnTo>
                <a:lnTo>
                  <a:pt x="3682" y="171203"/>
                </a:lnTo>
                <a:lnTo>
                  <a:pt x="0" y="140108"/>
                </a:lnTo>
                <a:lnTo>
                  <a:pt x="772" y="131052"/>
                </a:lnTo>
                <a:lnTo>
                  <a:pt x="13356" y="83701"/>
                </a:lnTo>
                <a:lnTo>
                  <a:pt x="33295" y="47633"/>
                </a:lnTo>
                <a:lnTo>
                  <a:pt x="60707" y="18747"/>
                </a:lnTo>
                <a:lnTo>
                  <a:pt x="102931" y="1545"/>
                </a:lnTo>
                <a:lnTo>
                  <a:pt x="129834" y="0"/>
                </a:lnTo>
                <a:lnTo>
                  <a:pt x="145154" y="2163"/>
                </a:lnTo>
                <a:lnTo>
                  <a:pt x="183204" y="17747"/>
                </a:lnTo>
                <a:lnTo>
                  <a:pt x="212053" y="43869"/>
                </a:lnTo>
                <a:lnTo>
                  <a:pt x="225964" y="65881"/>
                </a:lnTo>
                <a:lnTo>
                  <a:pt x="228292" y="69372"/>
                </a:lnTo>
                <a:lnTo>
                  <a:pt x="247640" y="108577"/>
                </a:lnTo>
                <a:lnTo>
                  <a:pt x="255059" y="146763"/>
                </a:lnTo>
                <a:lnTo>
                  <a:pt x="254477" y="152000"/>
                </a:lnTo>
                <a:lnTo>
                  <a:pt x="240657" y="193842"/>
                </a:lnTo>
                <a:lnTo>
                  <a:pt x="212726" y="226773"/>
                </a:lnTo>
                <a:lnTo>
                  <a:pt x="195124" y="239284"/>
                </a:lnTo>
                <a:lnTo>
                  <a:pt x="190469" y="242194"/>
                </a:lnTo>
                <a:lnTo>
                  <a:pt x="186396" y="244521"/>
                </a:lnTo>
                <a:lnTo>
                  <a:pt x="182904" y="246849"/>
                </a:lnTo>
                <a:lnTo>
                  <a:pt x="179413" y="248594"/>
                </a:lnTo>
                <a:lnTo>
                  <a:pt x="139835" y="259987"/>
                </a:lnTo>
                <a:lnTo>
                  <a:pt x="120815" y="261805"/>
                </a:lnTo>
                <a:lnTo>
                  <a:pt x="113441" y="262051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0" y="8915240"/>
            <a:ext cx="13970" cy="130810"/>
          </a:xfrm>
          <a:custGeom>
            <a:avLst/>
            <a:gdLst/>
            <a:ahLst/>
            <a:cxnLst/>
            <a:rect l="l" t="t" r="r" b="b"/>
            <a:pathLst>
              <a:path w="13970" h="130809">
                <a:moveTo>
                  <a:pt x="0" y="130278"/>
                </a:moveTo>
                <a:lnTo>
                  <a:pt x="0" y="0"/>
                </a:lnTo>
                <a:lnTo>
                  <a:pt x="878" y="4829"/>
                </a:lnTo>
                <a:lnTo>
                  <a:pt x="296" y="11812"/>
                </a:lnTo>
                <a:lnTo>
                  <a:pt x="1460" y="14139"/>
                </a:lnTo>
                <a:lnTo>
                  <a:pt x="2041" y="16467"/>
                </a:lnTo>
                <a:lnTo>
                  <a:pt x="3205" y="18795"/>
                </a:lnTo>
                <a:lnTo>
                  <a:pt x="6378" y="26896"/>
                </a:lnTo>
                <a:lnTo>
                  <a:pt x="13607" y="67310"/>
                </a:lnTo>
                <a:lnTo>
                  <a:pt x="13416" y="75665"/>
                </a:lnTo>
                <a:lnTo>
                  <a:pt x="12516" y="83966"/>
                </a:lnTo>
                <a:lnTo>
                  <a:pt x="9797" y="99323"/>
                </a:lnTo>
                <a:lnTo>
                  <a:pt x="6042" y="113861"/>
                </a:lnTo>
                <a:lnTo>
                  <a:pt x="1305" y="127417"/>
                </a:lnTo>
                <a:lnTo>
                  <a:pt x="0" y="130278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25488" y="8905203"/>
            <a:ext cx="236854" cy="255904"/>
          </a:xfrm>
          <a:custGeom>
            <a:avLst/>
            <a:gdLst/>
            <a:ahLst/>
            <a:cxnLst/>
            <a:rect l="l" t="t" r="r" b="b"/>
            <a:pathLst>
              <a:path w="236854" h="255904">
                <a:moveTo>
                  <a:pt x="110559" y="255768"/>
                </a:moveTo>
                <a:lnTo>
                  <a:pt x="63344" y="247749"/>
                </a:lnTo>
                <a:lnTo>
                  <a:pt x="28385" y="218800"/>
                </a:lnTo>
                <a:lnTo>
                  <a:pt x="10474" y="182450"/>
                </a:lnTo>
                <a:lnTo>
                  <a:pt x="81" y="137035"/>
                </a:lnTo>
                <a:lnTo>
                  <a:pt x="0" y="120187"/>
                </a:lnTo>
                <a:lnTo>
                  <a:pt x="2382" y="103667"/>
                </a:lnTo>
                <a:lnTo>
                  <a:pt x="21529" y="57925"/>
                </a:lnTo>
                <a:lnTo>
                  <a:pt x="49751" y="25966"/>
                </a:lnTo>
                <a:lnTo>
                  <a:pt x="90093" y="4600"/>
                </a:lnTo>
                <a:lnTo>
                  <a:pt x="125097" y="0"/>
                </a:lnTo>
                <a:lnTo>
                  <a:pt x="141399" y="2063"/>
                </a:lnTo>
                <a:lnTo>
                  <a:pt x="144308" y="2645"/>
                </a:lnTo>
                <a:lnTo>
                  <a:pt x="146636" y="2645"/>
                </a:lnTo>
                <a:lnTo>
                  <a:pt x="148382" y="3809"/>
                </a:lnTo>
                <a:lnTo>
                  <a:pt x="156574" y="6782"/>
                </a:lnTo>
                <a:lnTo>
                  <a:pt x="163729" y="9701"/>
                </a:lnTo>
                <a:lnTo>
                  <a:pt x="169903" y="12728"/>
                </a:lnTo>
                <a:lnTo>
                  <a:pt x="175149" y="16029"/>
                </a:lnTo>
                <a:lnTo>
                  <a:pt x="179222" y="18938"/>
                </a:lnTo>
                <a:lnTo>
                  <a:pt x="186205" y="24757"/>
                </a:lnTo>
                <a:lnTo>
                  <a:pt x="189114" y="26503"/>
                </a:lnTo>
                <a:lnTo>
                  <a:pt x="192605" y="28249"/>
                </a:lnTo>
                <a:lnTo>
                  <a:pt x="194351" y="29994"/>
                </a:lnTo>
                <a:lnTo>
                  <a:pt x="203743" y="36977"/>
                </a:lnTo>
                <a:lnTo>
                  <a:pt x="229628" y="74609"/>
                </a:lnTo>
                <a:lnTo>
                  <a:pt x="236829" y="114950"/>
                </a:lnTo>
                <a:lnTo>
                  <a:pt x="236838" y="124588"/>
                </a:lnTo>
                <a:lnTo>
                  <a:pt x="236029" y="134444"/>
                </a:lnTo>
                <a:lnTo>
                  <a:pt x="226064" y="178667"/>
                </a:lnTo>
                <a:lnTo>
                  <a:pt x="206007" y="213108"/>
                </a:lnTo>
                <a:lnTo>
                  <a:pt x="175731" y="238311"/>
                </a:lnTo>
                <a:lnTo>
                  <a:pt x="127106" y="254359"/>
                </a:lnTo>
                <a:lnTo>
                  <a:pt x="110559" y="255768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1884" y="8431280"/>
            <a:ext cx="252500" cy="247003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616519" y="9001679"/>
            <a:ext cx="250190" cy="256540"/>
          </a:xfrm>
          <a:custGeom>
            <a:avLst/>
            <a:gdLst/>
            <a:ahLst/>
            <a:cxnLst/>
            <a:rect l="l" t="t" r="r" b="b"/>
            <a:pathLst>
              <a:path w="250190" h="256540">
                <a:moveTo>
                  <a:pt x="116260" y="256495"/>
                </a:moveTo>
                <a:lnTo>
                  <a:pt x="69117" y="243439"/>
                </a:lnTo>
                <a:lnTo>
                  <a:pt x="28058" y="209526"/>
                </a:lnTo>
                <a:lnTo>
                  <a:pt x="4582" y="162502"/>
                </a:lnTo>
                <a:lnTo>
                  <a:pt x="0" y="137399"/>
                </a:lnTo>
                <a:lnTo>
                  <a:pt x="218" y="112186"/>
                </a:lnTo>
                <a:lnTo>
                  <a:pt x="15047" y="62535"/>
                </a:lnTo>
                <a:lnTo>
                  <a:pt x="44269" y="23148"/>
                </a:lnTo>
                <a:lnTo>
                  <a:pt x="77973" y="3345"/>
                </a:lnTo>
                <a:lnTo>
                  <a:pt x="113250" y="0"/>
                </a:lnTo>
                <a:lnTo>
                  <a:pt x="126952" y="545"/>
                </a:lnTo>
                <a:lnTo>
                  <a:pt x="172239" y="12656"/>
                </a:lnTo>
                <a:lnTo>
                  <a:pt x="180386" y="16729"/>
                </a:lnTo>
                <a:lnTo>
                  <a:pt x="192615" y="22393"/>
                </a:lnTo>
                <a:lnTo>
                  <a:pt x="224573" y="50824"/>
                </a:lnTo>
                <a:lnTo>
                  <a:pt x="243248" y="85256"/>
                </a:lnTo>
                <a:lnTo>
                  <a:pt x="249631" y="123797"/>
                </a:lnTo>
                <a:lnTo>
                  <a:pt x="248904" y="132725"/>
                </a:lnTo>
                <a:lnTo>
                  <a:pt x="238430" y="178204"/>
                </a:lnTo>
                <a:lnTo>
                  <a:pt x="211808" y="219736"/>
                </a:lnTo>
                <a:lnTo>
                  <a:pt x="186787" y="239593"/>
                </a:lnTo>
                <a:lnTo>
                  <a:pt x="184459" y="241339"/>
                </a:lnTo>
                <a:lnTo>
                  <a:pt x="182131" y="242503"/>
                </a:lnTo>
                <a:lnTo>
                  <a:pt x="161192" y="251095"/>
                </a:lnTo>
                <a:lnTo>
                  <a:pt x="138999" y="255814"/>
                </a:lnTo>
                <a:lnTo>
                  <a:pt x="116260" y="256495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5110310" y="7793447"/>
            <a:ext cx="3178175" cy="2493645"/>
            <a:chOff x="15110310" y="7793447"/>
            <a:chExt cx="3178175" cy="2493645"/>
          </a:xfrm>
        </p:grpSpPr>
        <p:sp>
          <p:nvSpPr>
            <p:cNvPr id="38" name="object 38" descr=""/>
            <p:cNvSpPr/>
            <p:nvPr/>
          </p:nvSpPr>
          <p:spPr>
            <a:xfrm>
              <a:off x="15532256" y="8765820"/>
              <a:ext cx="2755900" cy="1521460"/>
            </a:xfrm>
            <a:custGeom>
              <a:avLst/>
              <a:gdLst/>
              <a:ahLst/>
              <a:cxnLst/>
              <a:rect l="l" t="t" r="r" b="b"/>
              <a:pathLst>
                <a:path w="2755900" h="1521459">
                  <a:moveTo>
                    <a:pt x="2755742" y="0"/>
                  </a:moveTo>
                  <a:lnTo>
                    <a:pt x="2755742" y="1521179"/>
                  </a:lnTo>
                  <a:lnTo>
                    <a:pt x="0" y="1521179"/>
                  </a:lnTo>
                  <a:lnTo>
                    <a:pt x="11730" y="1509197"/>
                  </a:lnTo>
                  <a:lnTo>
                    <a:pt x="47835" y="1474356"/>
                  </a:lnTo>
                  <a:lnTo>
                    <a:pt x="84726" y="1440707"/>
                  </a:lnTo>
                  <a:lnTo>
                    <a:pt x="122386" y="1408224"/>
                  </a:lnTo>
                  <a:lnTo>
                    <a:pt x="160798" y="1376878"/>
                  </a:lnTo>
                  <a:lnTo>
                    <a:pt x="199944" y="1346645"/>
                  </a:lnTo>
                  <a:lnTo>
                    <a:pt x="239806" y="1317496"/>
                  </a:lnTo>
                  <a:lnTo>
                    <a:pt x="280369" y="1289405"/>
                  </a:lnTo>
                  <a:lnTo>
                    <a:pt x="321613" y="1262345"/>
                  </a:lnTo>
                  <a:lnTo>
                    <a:pt x="363523" y="1236291"/>
                  </a:lnTo>
                  <a:lnTo>
                    <a:pt x="406081" y="1211214"/>
                  </a:lnTo>
                  <a:lnTo>
                    <a:pt x="449269" y="1187088"/>
                  </a:lnTo>
                  <a:lnTo>
                    <a:pt x="493070" y="1163887"/>
                  </a:lnTo>
                  <a:lnTo>
                    <a:pt x="537467" y="1141583"/>
                  </a:lnTo>
                  <a:lnTo>
                    <a:pt x="582442" y="1120151"/>
                  </a:lnTo>
                  <a:lnTo>
                    <a:pt x="627979" y="1099563"/>
                  </a:lnTo>
                  <a:lnTo>
                    <a:pt x="674060" y="1079792"/>
                  </a:lnTo>
                  <a:lnTo>
                    <a:pt x="720668" y="1060812"/>
                  </a:lnTo>
                  <a:lnTo>
                    <a:pt x="767135" y="1042739"/>
                  </a:lnTo>
                  <a:lnTo>
                    <a:pt x="1001192" y="955522"/>
                  </a:lnTo>
                  <a:lnTo>
                    <a:pt x="1047776" y="937585"/>
                  </a:lnTo>
                  <a:lnTo>
                    <a:pt x="1094094" y="919109"/>
                  </a:lnTo>
                  <a:lnTo>
                    <a:pt x="1140064" y="899934"/>
                  </a:lnTo>
                  <a:lnTo>
                    <a:pt x="1185606" y="879900"/>
                  </a:lnTo>
                  <a:lnTo>
                    <a:pt x="1230636" y="858846"/>
                  </a:lnTo>
                  <a:lnTo>
                    <a:pt x="1275075" y="836611"/>
                  </a:lnTo>
                  <a:lnTo>
                    <a:pt x="1318840" y="813036"/>
                  </a:lnTo>
                  <a:lnTo>
                    <a:pt x="1361849" y="787959"/>
                  </a:lnTo>
                  <a:lnTo>
                    <a:pt x="1404021" y="761220"/>
                  </a:lnTo>
                  <a:lnTo>
                    <a:pt x="1445276" y="732660"/>
                  </a:lnTo>
                  <a:lnTo>
                    <a:pt x="1485530" y="702117"/>
                  </a:lnTo>
                  <a:lnTo>
                    <a:pt x="1524702" y="669431"/>
                  </a:lnTo>
                  <a:lnTo>
                    <a:pt x="1562712" y="634441"/>
                  </a:lnTo>
                  <a:lnTo>
                    <a:pt x="1599915" y="598236"/>
                  </a:lnTo>
                  <a:lnTo>
                    <a:pt x="1636343" y="561310"/>
                  </a:lnTo>
                  <a:lnTo>
                    <a:pt x="1671220" y="523127"/>
                  </a:lnTo>
                  <a:lnTo>
                    <a:pt x="1703771" y="483153"/>
                  </a:lnTo>
                  <a:lnTo>
                    <a:pt x="1733221" y="440853"/>
                  </a:lnTo>
                  <a:lnTo>
                    <a:pt x="1758795" y="395693"/>
                  </a:lnTo>
                  <a:lnTo>
                    <a:pt x="1779718" y="347138"/>
                  </a:lnTo>
                  <a:lnTo>
                    <a:pt x="1806319" y="346636"/>
                  </a:lnTo>
                  <a:lnTo>
                    <a:pt x="1860093" y="345633"/>
                  </a:lnTo>
                  <a:lnTo>
                    <a:pt x="1936570" y="332734"/>
                  </a:lnTo>
                  <a:lnTo>
                    <a:pt x="1985952" y="321930"/>
                  </a:lnTo>
                  <a:lnTo>
                    <a:pt x="2034847" y="310154"/>
                  </a:lnTo>
                  <a:lnTo>
                    <a:pt x="2083259" y="297419"/>
                  </a:lnTo>
                  <a:lnTo>
                    <a:pt x="2131193" y="283738"/>
                  </a:lnTo>
                  <a:lnTo>
                    <a:pt x="2178655" y="269126"/>
                  </a:lnTo>
                  <a:lnTo>
                    <a:pt x="2225650" y="253594"/>
                  </a:lnTo>
                  <a:lnTo>
                    <a:pt x="2272184" y="237157"/>
                  </a:lnTo>
                  <a:lnTo>
                    <a:pt x="2318263" y="219827"/>
                  </a:lnTo>
                  <a:lnTo>
                    <a:pt x="2363891" y="201618"/>
                  </a:lnTo>
                  <a:lnTo>
                    <a:pt x="2409075" y="182543"/>
                  </a:lnTo>
                  <a:lnTo>
                    <a:pt x="2453818" y="162615"/>
                  </a:lnTo>
                  <a:lnTo>
                    <a:pt x="2498128" y="141848"/>
                  </a:lnTo>
                  <a:lnTo>
                    <a:pt x="2542010" y="120255"/>
                  </a:lnTo>
                  <a:lnTo>
                    <a:pt x="2585468" y="97848"/>
                  </a:lnTo>
                  <a:lnTo>
                    <a:pt x="2628508" y="74642"/>
                  </a:lnTo>
                  <a:lnTo>
                    <a:pt x="2671136" y="50649"/>
                  </a:lnTo>
                  <a:lnTo>
                    <a:pt x="2713358" y="25883"/>
                  </a:lnTo>
                  <a:lnTo>
                    <a:pt x="2755742" y="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110310" y="8703877"/>
              <a:ext cx="3178175" cy="1583690"/>
            </a:xfrm>
            <a:custGeom>
              <a:avLst/>
              <a:gdLst/>
              <a:ahLst/>
              <a:cxnLst/>
              <a:rect l="l" t="t" r="r" b="b"/>
              <a:pathLst>
                <a:path w="3178175" h="1583690">
                  <a:moveTo>
                    <a:pt x="509399" y="268103"/>
                  </a:moveTo>
                  <a:lnTo>
                    <a:pt x="815195" y="268103"/>
                  </a:lnTo>
                  <a:lnTo>
                    <a:pt x="764555" y="270258"/>
                  </a:lnTo>
                  <a:lnTo>
                    <a:pt x="714094" y="275314"/>
                  </a:lnTo>
                  <a:lnTo>
                    <a:pt x="663848" y="283737"/>
                  </a:lnTo>
                  <a:lnTo>
                    <a:pt x="613853" y="295993"/>
                  </a:lnTo>
                  <a:lnTo>
                    <a:pt x="563446" y="312096"/>
                  </a:lnTo>
                  <a:lnTo>
                    <a:pt x="515546" y="330709"/>
                  </a:lnTo>
                  <a:lnTo>
                    <a:pt x="470137" y="351725"/>
                  </a:lnTo>
                  <a:lnTo>
                    <a:pt x="427202" y="375037"/>
                  </a:lnTo>
                  <a:lnTo>
                    <a:pt x="386726" y="400536"/>
                  </a:lnTo>
                  <a:lnTo>
                    <a:pt x="348691" y="428117"/>
                  </a:lnTo>
                  <a:lnTo>
                    <a:pt x="313082" y="457670"/>
                  </a:lnTo>
                  <a:lnTo>
                    <a:pt x="279883" y="489089"/>
                  </a:lnTo>
                  <a:lnTo>
                    <a:pt x="249078" y="522265"/>
                  </a:lnTo>
                  <a:lnTo>
                    <a:pt x="220650" y="557093"/>
                  </a:lnTo>
                  <a:lnTo>
                    <a:pt x="194583" y="593464"/>
                  </a:lnTo>
                  <a:lnTo>
                    <a:pt x="170861" y="631270"/>
                  </a:lnTo>
                  <a:lnTo>
                    <a:pt x="149467" y="670405"/>
                  </a:lnTo>
                  <a:lnTo>
                    <a:pt x="130387" y="710760"/>
                  </a:lnTo>
                  <a:lnTo>
                    <a:pt x="113603" y="752229"/>
                  </a:lnTo>
                  <a:lnTo>
                    <a:pt x="99099" y="794703"/>
                  </a:lnTo>
                  <a:lnTo>
                    <a:pt x="86860" y="838076"/>
                  </a:lnTo>
                  <a:lnTo>
                    <a:pt x="76868" y="882240"/>
                  </a:lnTo>
                  <a:lnTo>
                    <a:pt x="69108" y="927087"/>
                  </a:lnTo>
                  <a:lnTo>
                    <a:pt x="63564" y="972510"/>
                  </a:lnTo>
                  <a:lnTo>
                    <a:pt x="60220" y="1018401"/>
                  </a:lnTo>
                  <a:lnTo>
                    <a:pt x="59058" y="1064654"/>
                  </a:lnTo>
                  <a:lnTo>
                    <a:pt x="60064" y="1111160"/>
                  </a:lnTo>
                  <a:lnTo>
                    <a:pt x="63221" y="1157812"/>
                  </a:lnTo>
                  <a:lnTo>
                    <a:pt x="68512" y="1204503"/>
                  </a:lnTo>
                  <a:lnTo>
                    <a:pt x="75922" y="1251125"/>
                  </a:lnTo>
                  <a:lnTo>
                    <a:pt x="86101" y="1300275"/>
                  </a:lnTo>
                  <a:lnTo>
                    <a:pt x="98243" y="1348556"/>
                  </a:lnTo>
                  <a:lnTo>
                    <a:pt x="112265" y="1396011"/>
                  </a:lnTo>
                  <a:lnTo>
                    <a:pt x="128086" y="1442681"/>
                  </a:lnTo>
                  <a:lnTo>
                    <a:pt x="145622" y="1488606"/>
                  </a:lnTo>
                  <a:lnTo>
                    <a:pt x="164790" y="1533829"/>
                  </a:lnTo>
                  <a:lnTo>
                    <a:pt x="185509" y="1578391"/>
                  </a:lnTo>
                  <a:lnTo>
                    <a:pt x="187898" y="1583122"/>
                  </a:lnTo>
                  <a:lnTo>
                    <a:pt x="127928" y="1583122"/>
                  </a:lnTo>
                  <a:lnTo>
                    <a:pt x="104740" y="1533363"/>
                  </a:lnTo>
                  <a:lnTo>
                    <a:pt x="85092" y="1484941"/>
                  </a:lnTo>
                  <a:lnTo>
                    <a:pt x="68098" y="1436734"/>
                  </a:lnTo>
                  <a:lnTo>
                    <a:pt x="52722" y="1388404"/>
                  </a:lnTo>
                  <a:lnTo>
                    <a:pt x="39079" y="1339971"/>
                  </a:lnTo>
                  <a:lnTo>
                    <a:pt x="27282" y="1291455"/>
                  </a:lnTo>
                  <a:lnTo>
                    <a:pt x="17447" y="1242877"/>
                  </a:lnTo>
                  <a:lnTo>
                    <a:pt x="9687" y="1194256"/>
                  </a:lnTo>
                  <a:lnTo>
                    <a:pt x="4116" y="1145612"/>
                  </a:lnTo>
                  <a:lnTo>
                    <a:pt x="849" y="1096967"/>
                  </a:lnTo>
                  <a:lnTo>
                    <a:pt x="0" y="1048339"/>
                  </a:lnTo>
                  <a:lnTo>
                    <a:pt x="1682" y="999749"/>
                  </a:lnTo>
                  <a:lnTo>
                    <a:pt x="6010" y="951218"/>
                  </a:lnTo>
                  <a:lnTo>
                    <a:pt x="13099" y="902764"/>
                  </a:lnTo>
                  <a:lnTo>
                    <a:pt x="23062" y="854410"/>
                  </a:lnTo>
                  <a:lnTo>
                    <a:pt x="36013" y="806174"/>
                  </a:lnTo>
                  <a:lnTo>
                    <a:pt x="52067" y="758076"/>
                  </a:lnTo>
                  <a:lnTo>
                    <a:pt x="71338" y="710138"/>
                  </a:lnTo>
                  <a:lnTo>
                    <a:pt x="91819" y="665632"/>
                  </a:lnTo>
                  <a:lnTo>
                    <a:pt x="114153" y="622644"/>
                  </a:lnTo>
                  <a:lnTo>
                    <a:pt x="138359" y="581267"/>
                  </a:lnTo>
                  <a:lnTo>
                    <a:pt x="164456" y="541594"/>
                  </a:lnTo>
                  <a:lnTo>
                    <a:pt x="192463" y="503717"/>
                  </a:lnTo>
                  <a:lnTo>
                    <a:pt x="222399" y="467727"/>
                  </a:lnTo>
                  <a:lnTo>
                    <a:pt x="254282" y="433719"/>
                  </a:lnTo>
                  <a:lnTo>
                    <a:pt x="288133" y="401783"/>
                  </a:lnTo>
                  <a:lnTo>
                    <a:pt x="323970" y="372012"/>
                  </a:lnTo>
                  <a:lnTo>
                    <a:pt x="361811" y="344499"/>
                  </a:lnTo>
                  <a:lnTo>
                    <a:pt x="401677" y="319337"/>
                  </a:lnTo>
                  <a:lnTo>
                    <a:pt x="443586" y="296616"/>
                  </a:lnTo>
                  <a:lnTo>
                    <a:pt x="487557" y="276431"/>
                  </a:lnTo>
                  <a:lnTo>
                    <a:pt x="509399" y="268103"/>
                  </a:lnTo>
                  <a:close/>
                </a:path>
                <a:path w="3178175" h="1583690">
                  <a:moveTo>
                    <a:pt x="3177688" y="0"/>
                  </a:moveTo>
                  <a:lnTo>
                    <a:pt x="3177688" y="65350"/>
                  </a:lnTo>
                  <a:lnTo>
                    <a:pt x="3138360" y="89354"/>
                  </a:lnTo>
                  <a:lnTo>
                    <a:pt x="3096139" y="114120"/>
                  </a:lnTo>
                  <a:lnTo>
                    <a:pt x="3053511" y="138113"/>
                  </a:lnTo>
                  <a:lnTo>
                    <a:pt x="3010471" y="161319"/>
                  </a:lnTo>
                  <a:lnTo>
                    <a:pt x="2967012" y="183726"/>
                  </a:lnTo>
                  <a:lnTo>
                    <a:pt x="2923131" y="205319"/>
                  </a:lnTo>
                  <a:lnTo>
                    <a:pt x="2878821" y="226087"/>
                  </a:lnTo>
                  <a:lnTo>
                    <a:pt x="2834077" y="246014"/>
                  </a:lnTo>
                  <a:lnTo>
                    <a:pt x="2788894" y="265089"/>
                  </a:lnTo>
                  <a:lnTo>
                    <a:pt x="2743266" y="283298"/>
                  </a:lnTo>
                  <a:lnTo>
                    <a:pt x="2697187" y="300628"/>
                  </a:lnTo>
                  <a:lnTo>
                    <a:pt x="2650653" y="317065"/>
                  </a:lnTo>
                  <a:lnTo>
                    <a:pt x="2603658" y="332597"/>
                  </a:lnTo>
                  <a:lnTo>
                    <a:pt x="2556196" y="347209"/>
                  </a:lnTo>
                  <a:lnTo>
                    <a:pt x="2508261" y="360890"/>
                  </a:lnTo>
                  <a:lnTo>
                    <a:pt x="2459850" y="373625"/>
                  </a:lnTo>
                  <a:lnTo>
                    <a:pt x="2410955" y="385401"/>
                  </a:lnTo>
                  <a:lnTo>
                    <a:pt x="2361572" y="396205"/>
                  </a:lnTo>
                  <a:lnTo>
                    <a:pt x="2311696" y="406024"/>
                  </a:lnTo>
                  <a:lnTo>
                    <a:pt x="2256741" y="410107"/>
                  </a:lnTo>
                  <a:lnTo>
                    <a:pt x="2231966" y="410107"/>
                  </a:lnTo>
                  <a:lnTo>
                    <a:pt x="2204721" y="410609"/>
                  </a:lnTo>
                  <a:lnTo>
                    <a:pt x="2154929" y="416814"/>
                  </a:lnTo>
                  <a:lnTo>
                    <a:pt x="2105244" y="420709"/>
                  </a:lnTo>
                  <a:lnTo>
                    <a:pt x="2053474" y="422643"/>
                  </a:lnTo>
                  <a:lnTo>
                    <a:pt x="2006054" y="422643"/>
                  </a:lnTo>
                  <a:lnTo>
                    <a:pt x="1956476" y="421220"/>
                  </a:lnTo>
                  <a:lnTo>
                    <a:pt x="1906863" y="418560"/>
                  </a:lnTo>
                  <a:lnTo>
                    <a:pt x="1857178" y="414934"/>
                  </a:lnTo>
                  <a:lnTo>
                    <a:pt x="1807386" y="410609"/>
                  </a:lnTo>
                  <a:lnTo>
                    <a:pt x="1757631" y="405405"/>
                  </a:lnTo>
                  <a:lnTo>
                    <a:pt x="1708064" y="399069"/>
                  </a:lnTo>
                  <a:lnTo>
                    <a:pt x="1658659" y="391757"/>
                  </a:lnTo>
                  <a:lnTo>
                    <a:pt x="1609387" y="383626"/>
                  </a:lnTo>
                  <a:lnTo>
                    <a:pt x="1560223" y="374832"/>
                  </a:lnTo>
                  <a:lnTo>
                    <a:pt x="1499463" y="363234"/>
                  </a:lnTo>
                  <a:lnTo>
                    <a:pt x="2053314" y="363234"/>
                  </a:lnTo>
                  <a:lnTo>
                    <a:pt x="2102713" y="362661"/>
                  </a:lnTo>
                  <a:lnTo>
                    <a:pt x="2150693" y="360237"/>
                  </a:lnTo>
                  <a:lnTo>
                    <a:pt x="2151338" y="360237"/>
                  </a:lnTo>
                  <a:lnTo>
                    <a:pt x="2192245" y="355593"/>
                  </a:lnTo>
                  <a:lnTo>
                    <a:pt x="2259737" y="355593"/>
                  </a:lnTo>
                  <a:lnTo>
                    <a:pt x="2310803" y="347362"/>
                  </a:lnTo>
                  <a:lnTo>
                    <a:pt x="2361397" y="337962"/>
                  </a:lnTo>
                  <a:lnTo>
                    <a:pt x="2411524" y="327408"/>
                  </a:lnTo>
                  <a:lnTo>
                    <a:pt x="2461191" y="315717"/>
                  </a:lnTo>
                  <a:lnTo>
                    <a:pt x="2510404" y="302904"/>
                  </a:lnTo>
                  <a:lnTo>
                    <a:pt x="2559168" y="288985"/>
                  </a:lnTo>
                  <a:lnTo>
                    <a:pt x="2607490" y="273976"/>
                  </a:lnTo>
                  <a:lnTo>
                    <a:pt x="2655375" y="257892"/>
                  </a:lnTo>
                  <a:lnTo>
                    <a:pt x="2702829" y="240750"/>
                  </a:lnTo>
                  <a:lnTo>
                    <a:pt x="2749858" y="222566"/>
                  </a:lnTo>
                  <a:lnTo>
                    <a:pt x="2796469" y="203355"/>
                  </a:lnTo>
                  <a:lnTo>
                    <a:pt x="2842667" y="183133"/>
                  </a:lnTo>
                  <a:lnTo>
                    <a:pt x="2888458" y="161916"/>
                  </a:lnTo>
                  <a:lnTo>
                    <a:pt x="2933848" y="139719"/>
                  </a:lnTo>
                  <a:lnTo>
                    <a:pt x="2978843" y="116560"/>
                  </a:lnTo>
                  <a:lnTo>
                    <a:pt x="3023448" y="92452"/>
                  </a:lnTo>
                  <a:lnTo>
                    <a:pt x="3067671" y="67414"/>
                  </a:lnTo>
                  <a:lnTo>
                    <a:pt x="3111516" y="41459"/>
                  </a:lnTo>
                  <a:lnTo>
                    <a:pt x="3154990" y="14604"/>
                  </a:lnTo>
                  <a:lnTo>
                    <a:pt x="3177688" y="0"/>
                  </a:lnTo>
                  <a:close/>
                </a:path>
                <a:path w="3178175" h="1583690">
                  <a:moveTo>
                    <a:pt x="2003747" y="363043"/>
                  </a:moveTo>
                  <a:lnTo>
                    <a:pt x="2053316" y="363234"/>
                  </a:lnTo>
                  <a:lnTo>
                    <a:pt x="1954094" y="363234"/>
                  </a:lnTo>
                  <a:lnTo>
                    <a:pt x="2003747" y="363043"/>
                  </a:lnTo>
                  <a:close/>
                </a:path>
                <a:path w="3178175" h="1583690">
                  <a:moveTo>
                    <a:pt x="829331" y="214425"/>
                  </a:moveTo>
                  <a:lnTo>
                    <a:pt x="879615" y="215426"/>
                  </a:lnTo>
                  <a:lnTo>
                    <a:pt x="930028" y="217985"/>
                  </a:lnTo>
                  <a:lnTo>
                    <a:pt x="980514" y="221783"/>
                  </a:lnTo>
                  <a:lnTo>
                    <a:pt x="1031018" y="226498"/>
                  </a:lnTo>
                  <a:lnTo>
                    <a:pt x="1081486" y="231808"/>
                  </a:lnTo>
                  <a:lnTo>
                    <a:pt x="1130053" y="237992"/>
                  </a:lnTo>
                  <a:lnTo>
                    <a:pt x="1178476" y="245220"/>
                  </a:lnTo>
                  <a:lnTo>
                    <a:pt x="1226779" y="253324"/>
                  </a:lnTo>
                  <a:lnTo>
                    <a:pt x="1274988" y="262129"/>
                  </a:lnTo>
                  <a:lnTo>
                    <a:pt x="1563669" y="320126"/>
                  </a:lnTo>
                  <a:lnTo>
                    <a:pt x="1611922" y="329053"/>
                  </a:lnTo>
                  <a:lnTo>
                    <a:pt x="1660282" y="337312"/>
                  </a:lnTo>
                  <a:lnTo>
                    <a:pt x="1708774" y="344731"/>
                  </a:lnTo>
                  <a:lnTo>
                    <a:pt x="1757423" y="351139"/>
                  </a:lnTo>
                  <a:lnTo>
                    <a:pt x="1806254" y="356365"/>
                  </a:lnTo>
                  <a:lnTo>
                    <a:pt x="1855293" y="360237"/>
                  </a:lnTo>
                  <a:lnTo>
                    <a:pt x="1906192" y="362661"/>
                  </a:lnTo>
                  <a:lnTo>
                    <a:pt x="1910466" y="362661"/>
                  </a:lnTo>
                  <a:lnTo>
                    <a:pt x="1954094" y="363234"/>
                  </a:lnTo>
                  <a:lnTo>
                    <a:pt x="1499463" y="363234"/>
                  </a:lnTo>
                  <a:lnTo>
                    <a:pt x="1265992" y="316929"/>
                  </a:lnTo>
                  <a:lnTo>
                    <a:pt x="1216828" y="307884"/>
                  </a:lnTo>
                  <a:lnTo>
                    <a:pt x="1167556" y="299431"/>
                  </a:lnTo>
                  <a:lnTo>
                    <a:pt x="1118151" y="291725"/>
                  </a:lnTo>
                  <a:lnTo>
                    <a:pt x="1068584" y="284923"/>
                  </a:lnTo>
                  <a:lnTo>
                    <a:pt x="1018829" y="279182"/>
                  </a:lnTo>
                  <a:lnTo>
                    <a:pt x="967831" y="274389"/>
                  </a:lnTo>
                  <a:lnTo>
                    <a:pt x="916868" y="270634"/>
                  </a:lnTo>
                  <a:lnTo>
                    <a:pt x="865978" y="268383"/>
                  </a:lnTo>
                  <a:lnTo>
                    <a:pt x="509399" y="268103"/>
                  </a:lnTo>
                  <a:lnTo>
                    <a:pt x="533609" y="258872"/>
                  </a:lnTo>
                  <a:lnTo>
                    <a:pt x="581761" y="244034"/>
                  </a:lnTo>
                  <a:lnTo>
                    <a:pt x="630578" y="232427"/>
                  </a:lnTo>
                  <a:lnTo>
                    <a:pt x="679798" y="223984"/>
                  </a:lnTo>
                  <a:lnTo>
                    <a:pt x="729368" y="218383"/>
                  </a:lnTo>
                  <a:lnTo>
                    <a:pt x="777250" y="215426"/>
                  </a:lnTo>
                  <a:lnTo>
                    <a:pt x="772258" y="215426"/>
                  </a:lnTo>
                  <a:lnTo>
                    <a:pt x="829331" y="214425"/>
                  </a:lnTo>
                  <a:close/>
                </a:path>
                <a:path w="3178175" h="1583690">
                  <a:moveTo>
                    <a:pt x="2249039" y="344896"/>
                  </a:moveTo>
                  <a:lnTo>
                    <a:pt x="2252096" y="347952"/>
                  </a:lnTo>
                  <a:lnTo>
                    <a:pt x="2256680" y="355593"/>
                  </a:lnTo>
                  <a:lnTo>
                    <a:pt x="2192245" y="355593"/>
                  </a:lnTo>
                  <a:lnTo>
                    <a:pt x="2200660" y="354638"/>
                  </a:lnTo>
                  <a:lnTo>
                    <a:pt x="2249039" y="344896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356293" y="7793447"/>
              <a:ext cx="932180" cy="1266190"/>
            </a:xfrm>
            <a:custGeom>
              <a:avLst/>
              <a:gdLst/>
              <a:ahLst/>
              <a:cxnLst/>
              <a:rect l="l" t="t" r="r" b="b"/>
              <a:pathLst>
                <a:path w="932180" h="1266190">
                  <a:moveTo>
                    <a:pt x="931705" y="0"/>
                  </a:moveTo>
                  <a:lnTo>
                    <a:pt x="931705" y="908179"/>
                  </a:lnTo>
                  <a:lnTo>
                    <a:pt x="862477" y="951327"/>
                  </a:lnTo>
                  <a:lnTo>
                    <a:pt x="818631" y="977136"/>
                  </a:lnTo>
                  <a:lnTo>
                    <a:pt x="774409" y="1002050"/>
                  </a:lnTo>
                  <a:lnTo>
                    <a:pt x="729803" y="1026054"/>
                  </a:lnTo>
                  <a:lnTo>
                    <a:pt x="684808" y="1049130"/>
                  </a:lnTo>
                  <a:lnTo>
                    <a:pt x="639418" y="1071264"/>
                  </a:lnTo>
                  <a:lnTo>
                    <a:pt x="593627" y="1092439"/>
                  </a:lnTo>
                  <a:lnTo>
                    <a:pt x="547429" y="1112641"/>
                  </a:lnTo>
                  <a:lnTo>
                    <a:pt x="500819" y="1131852"/>
                  </a:lnTo>
                  <a:lnTo>
                    <a:pt x="453789" y="1150057"/>
                  </a:lnTo>
                  <a:lnTo>
                    <a:pt x="406335" y="1167240"/>
                  </a:lnTo>
                  <a:lnTo>
                    <a:pt x="358450" y="1183386"/>
                  </a:lnTo>
                  <a:lnTo>
                    <a:pt x="310128" y="1198479"/>
                  </a:lnTo>
                  <a:lnTo>
                    <a:pt x="261364" y="1212502"/>
                  </a:lnTo>
                  <a:lnTo>
                    <a:pt x="212152" y="1225439"/>
                  </a:lnTo>
                  <a:lnTo>
                    <a:pt x="162484" y="1237276"/>
                  </a:lnTo>
                  <a:lnTo>
                    <a:pt x="112357" y="1247996"/>
                  </a:lnTo>
                  <a:lnTo>
                    <a:pt x="61763" y="1257584"/>
                  </a:lnTo>
                  <a:lnTo>
                    <a:pt x="10697" y="1266023"/>
                  </a:lnTo>
                  <a:lnTo>
                    <a:pt x="7641" y="1266023"/>
                  </a:lnTo>
                  <a:lnTo>
                    <a:pt x="4584" y="1259910"/>
                  </a:lnTo>
                  <a:lnTo>
                    <a:pt x="0" y="1255325"/>
                  </a:lnTo>
                  <a:lnTo>
                    <a:pt x="23722" y="1209234"/>
                  </a:lnTo>
                  <a:lnTo>
                    <a:pt x="46532" y="1162706"/>
                  </a:lnTo>
                  <a:lnTo>
                    <a:pt x="68594" y="1115816"/>
                  </a:lnTo>
                  <a:lnTo>
                    <a:pt x="90070" y="1068643"/>
                  </a:lnTo>
                  <a:lnTo>
                    <a:pt x="131925" y="973751"/>
                  </a:lnTo>
                  <a:lnTo>
                    <a:pt x="173405" y="878645"/>
                  </a:lnTo>
                  <a:lnTo>
                    <a:pt x="194414" y="831205"/>
                  </a:lnTo>
                  <a:lnTo>
                    <a:pt x="215820" y="783941"/>
                  </a:lnTo>
                  <a:lnTo>
                    <a:pt x="237788" y="736931"/>
                  </a:lnTo>
                  <a:lnTo>
                    <a:pt x="260482" y="690252"/>
                  </a:lnTo>
                  <a:lnTo>
                    <a:pt x="284064" y="643981"/>
                  </a:lnTo>
                  <a:lnTo>
                    <a:pt x="308698" y="598194"/>
                  </a:lnTo>
                  <a:lnTo>
                    <a:pt x="334314" y="553397"/>
                  </a:lnTo>
                  <a:lnTo>
                    <a:pt x="360919" y="509967"/>
                  </a:lnTo>
                  <a:lnTo>
                    <a:pt x="388517" y="467906"/>
                  </a:lnTo>
                  <a:lnTo>
                    <a:pt x="417113" y="427216"/>
                  </a:lnTo>
                  <a:lnTo>
                    <a:pt x="446714" y="387900"/>
                  </a:lnTo>
                  <a:lnTo>
                    <a:pt x="477324" y="349960"/>
                  </a:lnTo>
                  <a:lnTo>
                    <a:pt x="508949" y="313399"/>
                  </a:lnTo>
                  <a:lnTo>
                    <a:pt x="541594" y="278218"/>
                  </a:lnTo>
                  <a:lnTo>
                    <a:pt x="575263" y="244421"/>
                  </a:lnTo>
                  <a:lnTo>
                    <a:pt x="609964" y="212009"/>
                  </a:lnTo>
                  <a:lnTo>
                    <a:pt x="645700" y="180985"/>
                  </a:lnTo>
                  <a:lnTo>
                    <a:pt x="682477" y="151351"/>
                  </a:lnTo>
                  <a:lnTo>
                    <a:pt x="720300" y="123110"/>
                  </a:lnTo>
                  <a:lnTo>
                    <a:pt x="759175" y="96264"/>
                  </a:lnTo>
                  <a:lnTo>
                    <a:pt x="799107" y="70815"/>
                  </a:lnTo>
                  <a:lnTo>
                    <a:pt x="840101" y="46765"/>
                  </a:lnTo>
                  <a:lnTo>
                    <a:pt x="882163" y="24117"/>
                  </a:lnTo>
                  <a:lnTo>
                    <a:pt x="925297" y="2874"/>
                  </a:lnTo>
                  <a:lnTo>
                    <a:pt x="931705" y="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 descr=""/>
          <p:cNvGrpSpPr/>
          <p:nvPr/>
        </p:nvGrpSpPr>
        <p:grpSpPr>
          <a:xfrm>
            <a:off x="0" y="0"/>
            <a:ext cx="3853179" cy="3566160"/>
            <a:chOff x="0" y="0"/>
            <a:chExt cx="3853179" cy="3566160"/>
          </a:xfrm>
        </p:grpSpPr>
        <p:sp>
          <p:nvSpPr>
            <p:cNvPr id="42" name="object 42" descr=""/>
            <p:cNvSpPr/>
            <p:nvPr/>
          </p:nvSpPr>
          <p:spPr>
            <a:xfrm>
              <a:off x="0" y="0"/>
              <a:ext cx="2787650" cy="2565400"/>
            </a:xfrm>
            <a:custGeom>
              <a:avLst/>
              <a:gdLst/>
              <a:ahLst/>
              <a:cxnLst/>
              <a:rect l="l" t="t" r="r" b="b"/>
              <a:pathLst>
                <a:path w="2787650" h="2565400">
                  <a:moveTo>
                    <a:pt x="0" y="2564973"/>
                  </a:moveTo>
                  <a:lnTo>
                    <a:pt x="0" y="0"/>
                  </a:lnTo>
                  <a:lnTo>
                    <a:pt x="2753274" y="0"/>
                  </a:lnTo>
                  <a:lnTo>
                    <a:pt x="2742400" y="13192"/>
                  </a:lnTo>
                  <a:lnTo>
                    <a:pt x="2714178" y="51238"/>
                  </a:lnTo>
                  <a:lnTo>
                    <a:pt x="2687711" y="90981"/>
                  </a:lnTo>
                  <a:lnTo>
                    <a:pt x="2663010" y="132428"/>
                  </a:lnTo>
                  <a:lnTo>
                    <a:pt x="2640088" y="175585"/>
                  </a:lnTo>
                  <a:lnTo>
                    <a:pt x="2618957" y="220459"/>
                  </a:lnTo>
                  <a:lnTo>
                    <a:pt x="2599628" y="267056"/>
                  </a:lnTo>
                  <a:lnTo>
                    <a:pt x="2582113" y="315382"/>
                  </a:lnTo>
                  <a:lnTo>
                    <a:pt x="2566424" y="365444"/>
                  </a:lnTo>
                  <a:lnTo>
                    <a:pt x="2553343" y="413782"/>
                  </a:lnTo>
                  <a:lnTo>
                    <a:pt x="2542568" y="462226"/>
                  </a:lnTo>
                  <a:lnTo>
                    <a:pt x="2534063" y="510748"/>
                  </a:lnTo>
                  <a:lnTo>
                    <a:pt x="2527790" y="559323"/>
                  </a:lnTo>
                  <a:lnTo>
                    <a:pt x="2523715" y="607923"/>
                  </a:lnTo>
                  <a:lnTo>
                    <a:pt x="2521800" y="656522"/>
                  </a:lnTo>
                  <a:lnTo>
                    <a:pt x="2522009" y="705094"/>
                  </a:lnTo>
                  <a:lnTo>
                    <a:pt x="2524306" y="753612"/>
                  </a:lnTo>
                  <a:lnTo>
                    <a:pt x="2528655" y="802049"/>
                  </a:lnTo>
                  <a:lnTo>
                    <a:pt x="2535019" y="850379"/>
                  </a:lnTo>
                  <a:lnTo>
                    <a:pt x="2543363" y="898575"/>
                  </a:lnTo>
                  <a:lnTo>
                    <a:pt x="2553649" y="946610"/>
                  </a:lnTo>
                  <a:lnTo>
                    <a:pt x="2565842" y="994459"/>
                  </a:lnTo>
                  <a:lnTo>
                    <a:pt x="2579906" y="1042094"/>
                  </a:lnTo>
                  <a:lnTo>
                    <a:pt x="2595803" y="1089488"/>
                  </a:lnTo>
                  <a:lnTo>
                    <a:pt x="2613710" y="1139600"/>
                  </a:lnTo>
                  <a:lnTo>
                    <a:pt x="2632136" y="1189496"/>
                  </a:lnTo>
                  <a:lnTo>
                    <a:pt x="2650990" y="1239216"/>
                  </a:lnTo>
                  <a:lnTo>
                    <a:pt x="2670180" y="1288797"/>
                  </a:lnTo>
                  <a:lnTo>
                    <a:pt x="2689614" y="1338276"/>
                  </a:lnTo>
                  <a:lnTo>
                    <a:pt x="2767962" y="1535942"/>
                  </a:lnTo>
                  <a:lnTo>
                    <a:pt x="2787244" y="1585485"/>
                  </a:lnTo>
                  <a:lnTo>
                    <a:pt x="2751436" y="1615070"/>
                  </a:lnTo>
                  <a:lnTo>
                    <a:pt x="2715826" y="1645133"/>
                  </a:lnTo>
                  <a:lnTo>
                    <a:pt x="2679709" y="1674803"/>
                  </a:lnTo>
                  <a:lnTo>
                    <a:pt x="2642382" y="1703211"/>
                  </a:lnTo>
                  <a:lnTo>
                    <a:pt x="2600741" y="1731716"/>
                  </a:lnTo>
                  <a:lnTo>
                    <a:pt x="2558550" y="1758869"/>
                  </a:lnTo>
                  <a:lnTo>
                    <a:pt x="2515819" y="1784701"/>
                  </a:lnTo>
                  <a:lnTo>
                    <a:pt x="2472561" y="1809240"/>
                  </a:lnTo>
                  <a:lnTo>
                    <a:pt x="2428786" y="1832517"/>
                  </a:lnTo>
                  <a:lnTo>
                    <a:pt x="2384508" y="1854560"/>
                  </a:lnTo>
                  <a:lnTo>
                    <a:pt x="2339738" y="1875400"/>
                  </a:lnTo>
                  <a:lnTo>
                    <a:pt x="2294487" y="1895066"/>
                  </a:lnTo>
                  <a:lnTo>
                    <a:pt x="2248767" y="1913587"/>
                  </a:lnTo>
                  <a:lnTo>
                    <a:pt x="2202590" y="1930994"/>
                  </a:lnTo>
                  <a:lnTo>
                    <a:pt x="2155968" y="1947315"/>
                  </a:lnTo>
                  <a:lnTo>
                    <a:pt x="2108913" y="1962581"/>
                  </a:lnTo>
                  <a:lnTo>
                    <a:pt x="2061436" y="1976821"/>
                  </a:lnTo>
                  <a:lnTo>
                    <a:pt x="2013549" y="1990064"/>
                  </a:lnTo>
                  <a:lnTo>
                    <a:pt x="1965264" y="2002340"/>
                  </a:lnTo>
                  <a:lnTo>
                    <a:pt x="1916593" y="2013679"/>
                  </a:lnTo>
                  <a:lnTo>
                    <a:pt x="1867547" y="2024110"/>
                  </a:lnTo>
                  <a:lnTo>
                    <a:pt x="1818138" y="2033663"/>
                  </a:lnTo>
                  <a:lnTo>
                    <a:pt x="1769042" y="2042354"/>
                  </a:lnTo>
                  <a:lnTo>
                    <a:pt x="1522493" y="2082387"/>
                  </a:lnTo>
                  <a:lnTo>
                    <a:pt x="1473310" y="2090922"/>
                  </a:lnTo>
                  <a:lnTo>
                    <a:pt x="1424283" y="2100036"/>
                  </a:lnTo>
                  <a:lnTo>
                    <a:pt x="1375461" y="2109905"/>
                  </a:lnTo>
                  <a:lnTo>
                    <a:pt x="1326893" y="2120699"/>
                  </a:lnTo>
                  <a:lnTo>
                    <a:pt x="1278628" y="2132594"/>
                  </a:lnTo>
                  <a:lnTo>
                    <a:pt x="1230713" y="2145762"/>
                  </a:lnTo>
                  <a:lnTo>
                    <a:pt x="1183199" y="2160376"/>
                  </a:lnTo>
                  <a:lnTo>
                    <a:pt x="1136134" y="2176609"/>
                  </a:lnTo>
                  <a:lnTo>
                    <a:pt x="1089567" y="2194635"/>
                  </a:lnTo>
                  <a:lnTo>
                    <a:pt x="1043546" y="2214627"/>
                  </a:lnTo>
                  <a:lnTo>
                    <a:pt x="998120" y="2236759"/>
                  </a:lnTo>
                  <a:lnTo>
                    <a:pt x="953338" y="2261202"/>
                  </a:lnTo>
                  <a:lnTo>
                    <a:pt x="909250" y="2288131"/>
                  </a:lnTo>
                  <a:lnTo>
                    <a:pt x="865716" y="2316410"/>
                  </a:lnTo>
                  <a:lnTo>
                    <a:pt x="822803" y="2345547"/>
                  </a:lnTo>
                  <a:lnTo>
                    <a:pt x="781166" y="2376218"/>
                  </a:lnTo>
                  <a:lnTo>
                    <a:pt x="741462" y="2409098"/>
                  </a:lnTo>
                  <a:lnTo>
                    <a:pt x="704347" y="2444862"/>
                  </a:lnTo>
                  <a:lnTo>
                    <a:pt x="670478" y="2484186"/>
                  </a:lnTo>
                  <a:lnTo>
                    <a:pt x="640512" y="2527745"/>
                  </a:lnTo>
                  <a:lnTo>
                    <a:pt x="614322" y="2523064"/>
                  </a:lnTo>
                  <a:lnTo>
                    <a:pt x="589976" y="2518237"/>
                  </a:lnTo>
                  <a:lnTo>
                    <a:pt x="561380" y="2513590"/>
                  </a:lnTo>
                  <a:lnTo>
                    <a:pt x="534688" y="2511438"/>
                  </a:lnTo>
                  <a:lnTo>
                    <a:pt x="483854" y="2511369"/>
                  </a:lnTo>
                  <a:lnTo>
                    <a:pt x="433313" y="2512363"/>
                  </a:lnTo>
                  <a:lnTo>
                    <a:pt x="383062" y="2514405"/>
                  </a:lnTo>
                  <a:lnTo>
                    <a:pt x="333098" y="2517482"/>
                  </a:lnTo>
                  <a:lnTo>
                    <a:pt x="283419" y="2521579"/>
                  </a:lnTo>
                  <a:lnTo>
                    <a:pt x="234021" y="2526682"/>
                  </a:lnTo>
                  <a:lnTo>
                    <a:pt x="184902" y="2532777"/>
                  </a:lnTo>
                  <a:lnTo>
                    <a:pt x="136060" y="2539851"/>
                  </a:lnTo>
                  <a:lnTo>
                    <a:pt x="87491" y="2547888"/>
                  </a:lnTo>
                  <a:lnTo>
                    <a:pt x="39192" y="2556876"/>
                  </a:lnTo>
                  <a:lnTo>
                    <a:pt x="0" y="2564973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0" y="0"/>
              <a:ext cx="2945765" cy="3006725"/>
            </a:xfrm>
            <a:custGeom>
              <a:avLst/>
              <a:gdLst/>
              <a:ahLst/>
              <a:cxnLst/>
              <a:rect l="l" t="t" r="r" b="b"/>
              <a:pathLst>
                <a:path w="2945765" h="3006725">
                  <a:moveTo>
                    <a:pt x="2273048" y="2995146"/>
                  </a:moveTo>
                  <a:lnTo>
                    <a:pt x="1973091" y="2935674"/>
                  </a:lnTo>
                  <a:lnTo>
                    <a:pt x="2023183" y="2943409"/>
                  </a:lnTo>
                  <a:lnTo>
                    <a:pt x="2073664" y="2948263"/>
                  </a:lnTo>
                  <a:lnTo>
                    <a:pt x="2124588" y="2949773"/>
                  </a:lnTo>
                  <a:lnTo>
                    <a:pt x="2176012" y="2947474"/>
                  </a:lnTo>
                  <a:lnTo>
                    <a:pt x="2228588" y="2941482"/>
                  </a:lnTo>
                  <a:lnTo>
                    <a:pt x="2279193" y="2932540"/>
                  </a:lnTo>
                  <a:lnTo>
                    <a:pt x="2327823" y="2920756"/>
                  </a:lnTo>
                  <a:lnTo>
                    <a:pt x="2374472" y="2906240"/>
                  </a:lnTo>
                  <a:lnTo>
                    <a:pt x="2419135" y="2889099"/>
                  </a:lnTo>
                  <a:lnTo>
                    <a:pt x="2461807" y="2869442"/>
                  </a:lnTo>
                  <a:lnTo>
                    <a:pt x="2502483" y="2847379"/>
                  </a:lnTo>
                  <a:lnTo>
                    <a:pt x="2541159" y="2823016"/>
                  </a:lnTo>
                  <a:lnTo>
                    <a:pt x="2577828" y="2796464"/>
                  </a:lnTo>
                  <a:lnTo>
                    <a:pt x="2612487" y="2767830"/>
                  </a:lnTo>
                  <a:lnTo>
                    <a:pt x="2645130" y="2737224"/>
                  </a:lnTo>
                  <a:lnTo>
                    <a:pt x="2675751" y="2704753"/>
                  </a:lnTo>
                  <a:lnTo>
                    <a:pt x="2704347" y="2670526"/>
                  </a:lnTo>
                  <a:lnTo>
                    <a:pt x="2730911" y="2634652"/>
                  </a:lnTo>
                  <a:lnTo>
                    <a:pt x="2755440" y="2597239"/>
                  </a:lnTo>
                  <a:lnTo>
                    <a:pt x="2777927" y="2558396"/>
                  </a:lnTo>
                  <a:lnTo>
                    <a:pt x="2798368" y="2518232"/>
                  </a:lnTo>
                  <a:lnTo>
                    <a:pt x="2816758" y="2476855"/>
                  </a:lnTo>
                  <a:lnTo>
                    <a:pt x="2833092" y="2434373"/>
                  </a:lnTo>
                  <a:lnTo>
                    <a:pt x="2847364" y="2390896"/>
                  </a:lnTo>
                  <a:lnTo>
                    <a:pt x="2859570" y="2346531"/>
                  </a:lnTo>
                  <a:lnTo>
                    <a:pt x="2869704" y="2301387"/>
                  </a:lnTo>
                  <a:lnTo>
                    <a:pt x="2877762" y="2255573"/>
                  </a:lnTo>
                  <a:lnTo>
                    <a:pt x="2883739" y="2209198"/>
                  </a:lnTo>
                  <a:lnTo>
                    <a:pt x="2887629" y="2162370"/>
                  </a:lnTo>
                  <a:lnTo>
                    <a:pt x="2889427" y="2115197"/>
                  </a:lnTo>
                  <a:lnTo>
                    <a:pt x="2889002" y="2065006"/>
                  </a:lnTo>
                  <a:lnTo>
                    <a:pt x="2886482" y="2015285"/>
                  </a:lnTo>
                  <a:lnTo>
                    <a:pt x="2881956" y="1966009"/>
                  </a:lnTo>
                  <a:lnTo>
                    <a:pt x="2875514" y="1917154"/>
                  </a:lnTo>
                  <a:lnTo>
                    <a:pt x="2867244" y="1868695"/>
                  </a:lnTo>
                  <a:lnTo>
                    <a:pt x="2857237" y="1820607"/>
                  </a:lnTo>
                  <a:lnTo>
                    <a:pt x="2845580" y="1772867"/>
                  </a:lnTo>
                  <a:lnTo>
                    <a:pt x="2832364" y="1725450"/>
                  </a:lnTo>
                  <a:lnTo>
                    <a:pt x="2817676" y="1678331"/>
                  </a:lnTo>
                  <a:lnTo>
                    <a:pt x="2801607" y="1631486"/>
                  </a:lnTo>
                  <a:lnTo>
                    <a:pt x="2784246" y="1584890"/>
                  </a:lnTo>
                  <a:lnTo>
                    <a:pt x="2764964" y="1535348"/>
                  </a:lnTo>
                  <a:lnTo>
                    <a:pt x="2686616" y="1337682"/>
                  </a:lnTo>
                  <a:lnTo>
                    <a:pt x="2667182" y="1288203"/>
                  </a:lnTo>
                  <a:lnTo>
                    <a:pt x="2647992" y="1238622"/>
                  </a:lnTo>
                  <a:lnTo>
                    <a:pt x="2629138" y="1188902"/>
                  </a:lnTo>
                  <a:lnTo>
                    <a:pt x="2610712" y="1139006"/>
                  </a:lnTo>
                  <a:lnTo>
                    <a:pt x="2592805" y="1088894"/>
                  </a:lnTo>
                  <a:lnTo>
                    <a:pt x="2576978" y="1041242"/>
                  </a:lnTo>
                  <a:lnTo>
                    <a:pt x="2563003" y="993428"/>
                  </a:lnTo>
                  <a:lnTo>
                    <a:pt x="2550909" y="945469"/>
                  </a:lnTo>
                  <a:lnTo>
                    <a:pt x="2540727" y="897382"/>
                  </a:lnTo>
                  <a:lnTo>
                    <a:pt x="2532486" y="849184"/>
                  </a:lnTo>
                  <a:lnTo>
                    <a:pt x="2526217" y="800893"/>
                  </a:lnTo>
                  <a:lnTo>
                    <a:pt x="2521948" y="752524"/>
                  </a:lnTo>
                  <a:lnTo>
                    <a:pt x="2519711" y="704096"/>
                  </a:lnTo>
                  <a:lnTo>
                    <a:pt x="2519535" y="655625"/>
                  </a:lnTo>
                  <a:lnTo>
                    <a:pt x="2521449" y="607128"/>
                  </a:lnTo>
                  <a:lnTo>
                    <a:pt x="2525484" y="558622"/>
                  </a:lnTo>
                  <a:lnTo>
                    <a:pt x="2531669" y="510125"/>
                  </a:lnTo>
                  <a:lnTo>
                    <a:pt x="2540034" y="461652"/>
                  </a:lnTo>
                  <a:lnTo>
                    <a:pt x="2550610" y="413222"/>
                  </a:lnTo>
                  <a:lnTo>
                    <a:pt x="2563426" y="364850"/>
                  </a:lnTo>
                  <a:lnTo>
                    <a:pt x="2579309" y="314827"/>
                  </a:lnTo>
                  <a:lnTo>
                    <a:pt x="2596980" y="266531"/>
                  </a:lnTo>
                  <a:lnTo>
                    <a:pt x="2616431" y="219959"/>
                  </a:lnTo>
                  <a:lnTo>
                    <a:pt x="2637652" y="175103"/>
                  </a:lnTo>
                  <a:lnTo>
                    <a:pt x="2660634" y="131957"/>
                  </a:lnTo>
                  <a:lnTo>
                    <a:pt x="2685368" y="90517"/>
                  </a:lnTo>
                  <a:lnTo>
                    <a:pt x="2711846" y="50776"/>
                  </a:lnTo>
                  <a:lnTo>
                    <a:pt x="2740058" y="12728"/>
                  </a:lnTo>
                  <a:lnTo>
                    <a:pt x="2826204" y="0"/>
                  </a:lnTo>
                  <a:lnTo>
                    <a:pt x="2822300" y="4146"/>
                  </a:lnTo>
                  <a:lnTo>
                    <a:pt x="2789949" y="42254"/>
                  </a:lnTo>
                  <a:lnTo>
                    <a:pt x="2759895" y="81710"/>
                  </a:lnTo>
                  <a:lnTo>
                    <a:pt x="2732140" y="122552"/>
                  </a:lnTo>
                  <a:lnTo>
                    <a:pt x="2706689" y="164819"/>
                  </a:lnTo>
                  <a:lnTo>
                    <a:pt x="2683545" y="208549"/>
                  </a:lnTo>
                  <a:lnTo>
                    <a:pt x="2662710" y="253781"/>
                  </a:lnTo>
                  <a:lnTo>
                    <a:pt x="2644188" y="300554"/>
                  </a:lnTo>
                  <a:lnTo>
                    <a:pt x="2627982" y="348906"/>
                  </a:lnTo>
                  <a:lnTo>
                    <a:pt x="2614095" y="398876"/>
                  </a:lnTo>
                  <a:lnTo>
                    <a:pt x="2602530" y="450501"/>
                  </a:lnTo>
                  <a:lnTo>
                    <a:pt x="2593797" y="499413"/>
                  </a:lnTo>
                  <a:lnTo>
                    <a:pt x="2587044" y="548043"/>
                  </a:lnTo>
                  <a:lnTo>
                    <a:pt x="2582260" y="596411"/>
                  </a:lnTo>
                  <a:lnTo>
                    <a:pt x="2579435" y="644535"/>
                  </a:lnTo>
                  <a:lnTo>
                    <a:pt x="2578558" y="692435"/>
                  </a:lnTo>
                  <a:lnTo>
                    <a:pt x="2579618" y="740128"/>
                  </a:lnTo>
                  <a:lnTo>
                    <a:pt x="2582604" y="787634"/>
                  </a:lnTo>
                  <a:lnTo>
                    <a:pt x="2587506" y="834973"/>
                  </a:lnTo>
                  <a:lnTo>
                    <a:pt x="2594312" y="882162"/>
                  </a:lnTo>
                  <a:lnTo>
                    <a:pt x="2603013" y="929221"/>
                  </a:lnTo>
                  <a:lnTo>
                    <a:pt x="2613596" y="976169"/>
                  </a:lnTo>
                  <a:lnTo>
                    <a:pt x="2626013" y="1024332"/>
                  </a:lnTo>
                  <a:lnTo>
                    <a:pt x="2639549" y="1072203"/>
                  </a:lnTo>
                  <a:lnTo>
                    <a:pt x="2654160" y="1119778"/>
                  </a:lnTo>
                  <a:lnTo>
                    <a:pt x="2669804" y="1167056"/>
                  </a:lnTo>
                  <a:lnTo>
                    <a:pt x="2686438" y="1214032"/>
                  </a:lnTo>
                  <a:lnTo>
                    <a:pt x="2704020" y="1260703"/>
                  </a:lnTo>
                  <a:lnTo>
                    <a:pt x="2722507" y="1307067"/>
                  </a:lnTo>
                  <a:lnTo>
                    <a:pt x="2741855" y="1353120"/>
                  </a:lnTo>
                  <a:lnTo>
                    <a:pt x="2762024" y="1398860"/>
                  </a:lnTo>
                  <a:lnTo>
                    <a:pt x="2782969" y="1444284"/>
                  </a:lnTo>
                  <a:lnTo>
                    <a:pt x="2804648" y="1489387"/>
                  </a:lnTo>
                  <a:lnTo>
                    <a:pt x="2827019" y="1534168"/>
                  </a:lnTo>
                  <a:lnTo>
                    <a:pt x="2842377" y="1583716"/>
                  </a:lnTo>
                  <a:lnTo>
                    <a:pt x="2874293" y="1682531"/>
                  </a:lnTo>
                  <a:lnTo>
                    <a:pt x="2889635" y="1732157"/>
                  </a:lnTo>
                  <a:lnTo>
                    <a:pt x="2903757" y="1782168"/>
                  </a:lnTo>
                  <a:lnTo>
                    <a:pt x="2916050" y="1832743"/>
                  </a:lnTo>
                  <a:lnTo>
                    <a:pt x="2925906" y="1884062"/>
                  </a:lnTo>
                  <a:lnTo>
                    <a:pt x="2933200" y="1934653"/>
                  </a:lnTo>
                  <a:lnTo>
                    <a:pt x="2938883" y="1985051"/>
                  </a:lnTo>
                  <a:lnTo>
                    <a:pt x="2942846" y="2035212"/>
                  </a:lnTo>
                  <a:lnTo>
                    <a:pt x="2944982" y="2085096"/>
                  </a:lnTo>
                  <a:lnTo>
                    <a:pt x="2945182" y="2134660"/>
                  </a:lnTo>
                  <a:lnTo>
                    <a:pt x="2943338" y="2183862"/>
                  </a:lnTo>
                  <a:lnTo>
                    <a:pt x="2939342" y="2232660"/>
                  </a:lnTo>
                  <a:lnTo>
                    <a:pt x="2933086" y="2281012"/>
                  </a:lnTo>
                  <a:lnTo>
                    <a:pt x="2924462" y="2328877"/>
                  </a:lnTo>
                  <a:lnTo>
                    <a:pt x="2913362" y="2376211"/>
                  </a:lnTo>
                  <a:lnTo>
                    <a:pt x="2899678" y="2422975"/>
                  </a:lnTo>
                  <a:lnTo>
                    <a:pt x="2883302" y="2469124"/>
                  </a:lnTo>
                  <a:lnTo>
                    <a:pt x="2864125" y="2514618"/>
                  </a:lnTo>
                  <a:lnTo>
                    <a:pt x="2842040" y="2559414"/>
                  </a:lnTo>
                  <a:lnTo>
                    <a:pt x="2816938" y="2603471"/>
                  </a:lnTo>
                  <a:lnTo>
                    <a:pt x="2788712" y="2646746"/>
                  </a:lnTo>
                  <a:lnTo>
                    <a:pt x="2759966" y="2686419"/>
                  </a:lnTo>
                  <a:lnTo>
                    <a:pt x="2729698" y="2724243"/>
                  </a:lnTo>
                  <a:lnTo>
                    <a:pt x="2697907" y="2760122"/>
                  </a:lnTo>
                  <a:lnTo>
                    <a:pt x="2664593" y="2793962"/>
                  </a:lnTo>
                  <a:lnTo>
                    <a:pt x="2629755" y="2825669"/>
                  </a:lnTo>
                  <a:lnTo>
                    <a:pt x="2593391" y="2855150"/>
                  </a:lnTo>
                  <a:lnTo>
                    <a:pt x="2555502" y="2882308"/>
                  </a:lnTo>
                  <a:lnTo>
                    <a:pt x="2516087" y="2907051"/>
                  </a:lnTo>
                  <a:lnTo>
                    <a:pt x="2475145" y="2929283"/>
                  </a:lnTo>
                  <a:lnTo>
                    <a:pt x="2432675" y="2948911"/>
                  </a:lnTo>
                  <a:lnTo>
                    <a:pt x="2388677" y="2965840"/>
                  </a:lnTo>
                  <a:lnTo>
                    <a:pt x="2343149" y="2979976"/>
                  </a:lnTo>
                  <a:lnTo>
                    <a:pt x="2296092" y="2991225"/>
                  </a:lnTo>
                  <a:lnTo>
                    <a:pt x="2273048" y="2995146"/>
                  </a:lnTo>
                  <a:close/>
                </a:path>
                <a:path w="2945765" h="3006725">
                  <a:moveTo>
                    <a:pt x="0" y="2617623"/>
                  </a:moveTo>
                  <a:lnTo>
                    <a:pt x="0" y="2562322"/>
                  </a:lnTo>
                  <a:lnTo>
                    <a:pt x="84789" y="2545795"/>
                  </a:lnTo>
                  <a:lnTo>
                    <a:pt x="133358" y="2537757"/>
                  </a:lnTo>
                  <a:lnTo>
                    <a:pt x="182201" y="2530684"/>
                  </a:lnTo>
                  <a:lnTo>
                    <a:pt x="231319" y="2524589"/>
                  </a:lnTo>
                  <a:lnTo>
                    <a:pt x="280717" y="2519486"/>
                  </a:lnTo>
                  <a:lnTo>
                    <a:pt x="330397" y="2515389"/>
                  </a:lnTo>
                  <a:lnTo>
                    <a:pt x="380361" y="2512312"/>
                  </a:lnTo>
                  <a:lnTo>
                    <a:pt x="430612" y="2510270"/>
                  </a:lnTo>
                  <a:lnTo>
                    <a:pt x="481153" y="2509276"/>
                  </a:lnTo>
                  <a:lnTo>
                    <a:pt x="531987" y="2509345"/>
                  </a:lnTo>
                  <a:lnTo>
                    <a:pt x="558468" y="2511455"/>
                  </a:lnTo>
                  <a:lnTo>
                    <a:pt x="586687" y="2516027"/>
                  </a:lnTo>
                  <a:lnTo>
                    <a:pt x="610988" y="2520845"/>
                  </a:lnTo>
                  <a:lnTo>
                    <a:pt x="637811" y="2525652"/>
                  </a:lnTo>
                  <a:lnTo>
                    <a:pt x="687859" y="2529249"/>
                  </a:lnTo>
                  <a:lnTo>
                    <a:pt x="737353" y="2535091"/>
                  </a:lnTo>
                  <a:lnTo>
                    <a:pt x="788510" y="2543262"/>
                  </a:lnTo>
                  <a:lnTo>
                    <a:pt x="835025" y="2552485"/>
                  </a:lnTo>
                  <a:lnTo>
                    <a:pt x="883379" y="2563523"/>
                  </a:lnTo>
                  <a:lnTo>
                    <a:pt x="931528" y="2575781"/>
                  </a:lnTo>
                  <a:lnTo>
                    <a:pt x="979559" y="2589001"/>
                  </a:lnTo>
                  <a:lnTo>
                    <a:pt x="1027559" y="2602927"/>
                  </a:lnTo>
                  <a:lnTo>
                    <a:pt x="1075352" y="2617707"/>
                  </a:lnTo>
                  <a:lnTo>
                    <a:pt x="1122740" y="2633562"/>
                  </a:lnTo>
                  <a:lnTo>
                    <a:pt x="1169780" y="2650343"/>
                  </a:lnTo>
                  <a:lnTo>
                    <a:pt x="1216530" y="2667901"/>
                  </a:lnTo>
                  <a:lnTo>
                    <a:pt x="1263045" y="2686089"/>
                  </a:lnTo>
                  <a:lnTo>
                    <a:pt x="1320389" y="2709282"/>
                  </a:lnTo>
                  <a:lnTo>
                    <a:pt x="777113" y="2601568"/>
                  </a:lnTo>
                  <a:lnTo>
                    <a:pt x="728546" y="2592523"/>
                  </a:lnTo>
                  <a:lnTo>
                    <a:pt x="681011" y="2585570"/>
                  </a:lnTo>
                  <a:lnTo>
                    <a:pt x="680378" y="2585444"/>
                  </a:lnTo>
                  <a:lnTo>
                    <a:pt x="639349" y="2582043"/>
                  </a:lnTo>
                  <a:lnTo>
                    <a:pt x="573146" y="2568918"/>
                  </a:lnTo>
                  <a:lnTo>
                    <a:pt x="521454" y="2567060"/>
                  </a:lnTo>
                  <a:lnTo>
                    <a:pt x="469998" y="2566441"/>
                  </a:lnTo>
                  <a:lnTo>
                    <a:pt x="418775" y="2567045"/>
                  </a:lnTo>
                  <a:lnTo>
                    <a:pt x="367783" y="2568853"/>
                  </a:lnTo>
                  <a:lnTo>
                    <a:pt x="317018" y="2571851"/>
                  </a:lnTo>
                  <a:lnTo>
                    <a:pt x="266478" y="2576020"/>
                  </a:lnTo>
                  <a:lnTo>
                    <a:pt x="216160" y="2581345"/>
                  </a:lnTo>
                  <a:lnTo>
                    <a:pt x="166061" y="2587809"/>
                  </a:lnTo>
                  <a:lnTo>
                    <a:pt x="116179" y="2595395"/>
                  </a:lnTo>
                  <a:lnTo>
                    <a:pt x="66511" y="2604085"/>
                  </a:lnTo>
                  <a:lnTo>
                    <a:pt x="17054" y="2613865"/>
                  </a:lnTo>
                  <a:lnTo>
                    <a:pt x="0" y="2617623"/>
                  </a:lnTo>
                  <a:close/>
                </a:path>
                <a:path w="2945765" h="3006725">
                  <a:moveTo>
                    <a:pt x="825697" y="2611395"/>
                  </a:moveTo>
                  <a:lnTo>
                    <a:pt x="777111" y="2601567"/>
                  </a:lnTo>
                  <a:lnTo>
                    <a:pt x="874438" y="2620864"/>
                  </a:lnTo>
                  <a:lnTo>
                    <a:pt x="825697" y="2611395"/>
                  </a:lnTo>
                  <a:close/>
                </a:path>
                <a:path w="2945765" h="3006725">
                  <a:moveTo>
                    <a:pt x="1948785" y="2985578"/>
                  </a:moveTo>
                  <a:lnTo>
                    <a:pt x="1899656" y="2974817"/>
                  </a:lnTo>
                  <a:lnTo>
                    <a:pt x="1850703" y="2962502"/>
                  </a:lnTo>
                  <a:lnTo>
                    <a:pt x="1801920" y="2948958"/>
                  </a:lnTo>
                  <a:lnTo>
                    <a:pt x="1753297" y="2934512"/>
                  </a:lnTo>
                  <a:lnTo>
                    <a:pt x="1704826" y="2919487"/>
                  </a:lnTo>
                  <a:lnTo>
                    <a:pt x="1658388" y="2903977"/>
                  </a:lnTo>
                  <a:lnTo>
                    <a:pt x="1612296" y="2887468"/>
                  </a:lnTo>
                  <a:lnTo>
                    <a:pt x="1566491" y="2870126"/>
                  </a:lnTo>
                  <a:lnTo>
                    <a:pt x="1520915" y="2852112"/>
                  </a:lnTo>
                  <a:lnTo>
                    <a:pt x="1249025" y="2739080"/>
                  </a:lnTo>
                  <a:lnTo>
                    <a:pt x="1203430" y="2720939"/>
                  </a:lnTo>
                  <a:lnTo>
                    <a:pt x="1157600" y="2703433"/>
                  </a:lnTo>
                  <a:lnTo>
                    <a:pt x="1111477" y="2686725"/>
                  </a:lnTo>
                  <a:lnTo>
                    <a:pt x="1065003" y="2670978"/>
                  </a:lnTo>
                  <a:lnTo>
                    <a:pt x="1018120" y="2656355"/>
                  </a:lnTo>
                  <a:lnTo>
                    <a:pt x="970770" y="2643020"/>
                  </a:lnTo>
                  <a:lnTo>
                    <a:pt x="921315" y="2630742"/>
                  </a:lnTo>
                  <a:lnTo>
                    <a:pt x="917122" y="2629911"/>
                  </a:lnTo>
                  <a:lnTo>
                    <a:pt x="874438" y="2620864"/>
                  </a:lnTo>
                  <a:lnTo>
                    <a:pt x="1320389" y="2709282"/>
                  </a:lnTo>
                  <a:lnTo>
                    <a:pt x="1540397" y="2800109"/>
                  </a:lnTo>
                  <a:lnTo>
                    <a:pt x="1586863" y="2818542"/>
                  </a:lnTo>
                  <a:lnTo>
                    <a:pt x="1633550" y="2836417"/>
                  </a:lnTo>
                  <a:lnTo>
                    <a:pt x="1680513" y="2853584"/>
                  </a:lnTo>
                  <a:lnTo>
                    <a:pt x="1727811" y="2869896"/>
                  </a:lnTo>
                  <a:lnTo>
                    <a:pt x="1775500" y="2885203"/>
                  </a:lnTo>
                  <a:lnTo>
                    <a:pt x="1824592" y="2899824"/>
                  </a:lnTo>
                  <a:lnTo>
                    <a:pt x="1873851" y="2913418"/>
                  </a:lnTo>
                  <a:lnTo>
                    <a:pt x="1923332" y="2925523"/>
                  </a:lnTo>
                  <a:lnTo>
                    <a:pt x="2273048" y="2995146"/>
                  </a:lnTo>
                  <a:lnTo>
                    <a:pt x="2247505" y="2999492"/>
                  </a:lnTo>
                  <a:lnTo>
                    <a:pt x="2197387" y="3004683"/>
                  </a:lnTo>
                  <a:lnTo>
                    <a:pt x="2147244" y="3006574"/>
                  </a:lnTo>
                  <a:lnTo>
                    <a:pt x="2097321" y="3005283"/>
                  </a:lnTo>
                  <a:lnTo>
                    <a:pt x="2047609" y="3001137"/>
                  </a:lnTo>
                  <a:lnTo>
                    <a:pt x="2000066" y="2994725"/>
                  </a:lnTo>
                  <a:lnTo>
                    <a:pt x="2004963" y="2995696"/>
                  </a:lnTo>
                  <a:lnTo>
                    <a:pt x="1948785" y="2985578"/>
                  </a:lnTo>
                  <a:close/>
                </a:path>
                <a:path w="2945765" h="3006725">
                  <a:moveTo>
                    <a:pt x="581559" y="2581491"/>
                  </a:moveTo>
                  <a:lnTo>
                    <a:pt x="579155" y="2577899"/>
                  </a:lnTo>
                  <a:lnTo>
                    <a:pt x="576144" y="2569512"/>
                  </a:lnTo>
                  <a:lnTo>
                    <a:pt x="639349" y="2582043"/>
                  </a:lnTo>
                  <a:lnTo>
                    <a:pt x="630909" y="2581344"/>
                  </a:lnTo>
                  <a:lnTo>
                    <a:pt x="581559" y="2581491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0" y="11"/>
              <a:ext cx="3853179" cy="3326129"/>
            </a:xfrm>
            <a:custGeom>
              <a:avLst/>
              <a:gdLst/>
              <a:ahLst/>
              <a:cxnLst/>
              <a:rect l="l" t="t" r="r" b="b"/>
              <a:pathLst>
                <a:path w="3853179" h="3326129">
                  <a:moveTo>
                    <a:pt x="584555" y="2582075"/>
                  </a:moveTo>
                  <a:lnTo>
                    <a:pt x="580948" y="2576690"/>
                  </a:lnTo>
                  <a:lnTo>
                    <a:pt x="579132" y="2570099"/>
                  </a:lnTo>
                  <a:lnTo>
                    <a:pt x="576135" y="2569502"/>
                  </a:lnTo>
                  <a:lnTo>
                    <a:pt x="524408" y="2567851"/>
                  </a:lnTo>
                  <a:lnTo>
                    <a:pt x="472909" y="2567419"/>
                  </a:lnTo>
                  <a:lnTo>
                    <a:pt x="421652" y="2568181"/>
                  </a:lnTo>
                  <a:lnTo>
                    <a:pt x="370636" y="2570137"/>
                  </a:lnTo>
                  <a:lnTo>
                    <a:pt x="319849" y="2573261"/>
                  </a:lnTo>
                  <a:lnTo>
                    <a:pt x="269290" y="2577528"/>
                  </a:lnTo>
                  <a:lnTo>
                    <a:pt x="218948" y="2582938"/>
                  </a:lnTo>
                  <a:lnTo>
                    <a:pt x="168846" y="2589453"/>
                  </a:lnTo>
                  <a:lnTo>
                    <a:pt x="118948" y="2597086"/>
                  </a:lnTo>
                  <a:lnTo>
                    <a:pt x="69278" y="2605798"/>
                  </a:lnTo>
                  <a:lnTo>
                    <a:pt x="19824" y="2615577"/>
                  </a:lnTo>
                  <a:lnTo>
                    <a:pt x="0" y="2619933"/>
                  </a:lnTo>
                  <a:lnTo>
                    <a:pt x="0" y="3326092"/>
                  </a:lnTo>
                  <a:lnTo>
                    <a:pt x="50317" y="3278898"/>
                  </a:lnTo>
                  <a:lnTo>
                    <a:pt x="85559" y="3243008"/>
                  </a:lnTo>
                  <a:lnTo>
                    <a:pt x="120103" y="3205581"/>
                  </a:lnTo>
                  <a:lnTo>
                    <a:pt x="153949" y="3166630"/>
                  </a:lnTo>
                  <a:lnTo>
                    <a:pt x="187020" y="3126511"/>
                  </a:lnTo>
                  <a:lnTo>
                    <a:pt x="219151" y="3085706"/>
                  </a:lnTo>
                  <a:lnTo>
                    <a:pt x="250482" y="3044329"/>
                  </a:lnTo>
                  <a:lnTo>
                    <a:pt x="281178" y="3002496"/>
                  </a:lnTo>
                  <a:lnTo>
                    <a:pt x="311365" y="2960293"/>
                  </a:lnTo>
                  <a:lnTo>
                    <a:pt x="341198" y="2917837"/>
                  </a:lnTo>
                  <a:lnTo>
                    <a:pt x="400380" y="2832620"/>
                  </a:lnTo>
                  <a:lnTo>
                    <a:pt x="459892" y="2747683"/>
                  </a:lnTo>
                  <a:lnTo>
                    <a:pt x="490131" y="2705582"/>
                  </a:lnTo>
                  <a:lnTo>
                    <a:pt x="520890" y="2663875"/>
                  </a:lnTo>
                  <a:lnTo>
                    <a:pt x="552323" y="2622677"/>
                  </a:lnTo>
                  <a:lnTo>
                    <a:pt x="584555" y="2582075"/>
                  </a:lnTo>
                  <a:close/>
                </a:path>
                <a:path w="3853179" h="3326129">
                  <a:moveTo>
                    <a:pt x="3853002" y="0"/>
                  </a:moveTo>
                  <a:lnTo>
                    <a:pt x="2829610" y="0"/>
                  </a:lnTo>
                  <a:lnTo>
                    <a:pt x="2824645" y="5257"/>
                  </a:lnTo>
                  <a:lnTo>
                    <a:pt x="2792145" y="43561"/>
                  </a:lnTo>
                  <a:lnTo>
                    <a:pt x="2762021" y="83159"/>
                  </a:lnTo>
                  <a:lnTo>
                    <a:pt x="2734272" y="124104"/>
                  </a:lnTo>
                  <a:lnTo>
                    <a:pt x="2708897" y="166420"/>
                  </a:lnTo>
                  <a:lnTo>
                    <a:pt x="2685859" y="210146"/>
                  </a:lnTo>
                  <a:lnTo>
                    <a:pt x="2665171" y="255308"/>
                  </a:lnTo>
                  <a:lnTo>
                    <a:pt x="2646807" y="301942"/>
                  </a:lnTo>
                  <a:lnTo>
                    <a:pt x="2630741" y="350100"/>
                  </a:lnTo>
                  <a:lnTo>
                    <a:pt x="2616987" y="399796"/>
                  </a:lnTo>
                  <a:lnTo>
                    <a:pt x="2605519" y="451091"/>
                  </a:lnTo>
                  <a:lnTo>
                    <a:pt x="2596794" y="499999"/>
                  </a:lnTo>
                  <a:lnTo>
                    <a:pt x="2590038" y="548627"/>
                  </a:lnTo>
                  <a:lnTo>
                    <a:pt x="2585250" y="597001"/>
                  </a:lnTo>
                  <a:lnTo>
                    <a:pt x="2582430" y="645121"/>
                  </a:lnTo>
                  <a:lnTo>
                    <a:pt x="2581554" y="693026"/>
                  </a:lnTo>
                  <a:lnTo>
                    <a:pt x="2582608" y="740714"/>
                  </a:lnTo>
                  <a:lnTo>
                    <a:pt x="2585593" y="788225"/>
                  </a:lnTo>
                  <a:lnTo>
                    <a:pt x="2590495" y="835558"/>
                  </a:lnTo>
                  <a:lnTo>
                    <a:pt x="2597302" y="882751"/>
                  </a:lnTo>
                  <a:lnTo>
                    <a:pt x="2606002" y="929805"/>
                  </a:lnTo>
                  <a:lnTo>
                    <a:pt x="2616593" y="976757"/>
                  </a:lnTo>
                  <a:lnTo>
                    <a:pt x="2629001" y="1024915"/>
                  </a:lnTo>
                  <a:lnTo>
                    <a:pt x="2642539" y="1072794"/>
                  </a:lnTo>
                  <a:lnTo>
                    <a:pt x="2657157" y="1120368"/>
                  </a:lnTo>
                  <a:lnTo>
                    <a:pt x="2672791" y="1167638"/>
                  </a:lnTo>
                  <a:lnTo>
                    <a:pt x="2689428" y="1214615"/>
                  </a:lnTo>
                  <a:lnTo>
                    <a:pt x="2707017" y="1261287"/>
                  </a:lnTo>
                  <a:lnTo>
                    <a:pt x="2725496" y="1307655"/>
                  </a:lnTo>
                  <a:lnTo>
                    <a:pt x="2744851" y="1353705"/>
                  </a:lnTo>
                  <a:lnTo>
                    <a:pt x="2765018" y="1399451"/>
                  </a:lnTo>
                  <a:lnTo>
                    <a:pt x="2785961" y="1444866"/>
                  </a:lnTo>
                  <a:lnTo>
                    <a:pt x="2807639" y="1489976"/>
                  </a:lnTo>
                  <a:lnTo>
                    <a:pt x="2830017" y="1534756"/>
                  </a:lnTo>
                  <a:lnTo>
                    <a:pt x="2836900" y="1531442"/>
                  </a:lnTo>
                  <a:lnTo>
                    <a:pt x="2844990" y="1529930"/>
                  </a:lnTo>
                  <a:lnTo>
                    <a:pt x="2889148" y="1488274"/>
                  </a:lnTo>
                  <a:lnTo>
                    <a:pt x="2924835" y="1452156"/>
                  </a:lnTo>
                  <a:lnTo>
                    <a:pt x="2959570" y="1415313"/>
                  </a:lnTo>
                  <a:lnTo>
                    <a:pt x="2993352" y="1377746"/>
                  </a:lnTo>
                  <a:lnTo>
                    <a:pt x="3026232" y="1339507"/>
                  </a:lnTo>
                  <a:lnTo>
                    <a:pt x="3058210" y="1300594"/>
                  </a:lnTo>
                  <a:lnTo>
                    <a:pt x="3089338" y="1261033"/>
                  </a:lnTo>
                  <a:lnTo>
                    <a:pt x="3119615" y="1220876"/>
                  </a:lnTo>
                  <a:lnTo>
                    <a:pt x="3149066" y="1180109"/>
                  </a:lnTo>
                  <a:lnTo>
                    <a:pt x="3177730" y="1138783"/>
                  </a:lnTo>
                  <a:lnTo>
                    <a:pt x="3205632" y="1096911"/>
                  </a:lnTo>
                  <a:lnTo>
                    <a:pt x="3232772" y="1054519"/>
                  </a:lnTo>
                  <a:lnTo>
                    <a:pt x="3259201" y="1011618"/>
                  </a:lnTo>
                  <a:lnTo>
                    <a:pt x="3284918" y="968260"/>
                  </a:lnTo>
                  <a:lnTo>
                    <a:pt x="3309963" y="924445"/>
                  </a:lnTo>
                  <a:lnTo>
                    <a:pt x="3334359" y="880198"/>
                  </a:lnTo>
                  <a:lnTo>
                    <a:pt x="3406368" y="744220"/>
                  </a:lnTo>
                  <a:lnTo>
                    <a:pt x="3455301" y="653402"/>
                  </a:lnTo>
                  <a:lnTo>
                    <a:pt x="3505035" y="563194"/>
                  </a:lnTo>
                  <a:lnTo>
                    <a:pt x="3555695" y="473633"/>
                  </a:lnTo>
                  <a:lnTo>
                    <a:pt x="3581412" y="429120"/>
                  </a:lnTo>
                  <a:lnTo>
                    <a:pt x="3607397" y="384784"/>
                  </a:lnTo>
                  <a:lnTo>
                    <a:pt x="3633673" y="340652"/>
                  </a:lnTo>
                  <a:lnTo>
                    <a:pt x="3660254" y="296722"/>
                  </a:lnTo>
                  <a:lnTo>
                    <a:pt x="3687165" y="253009"/>
                  </a:lnTo>
                  <a:lnTo>
                    <a:pt x="3714394" y="209499"/>
                  </a:lnTo>
                  <a:lnTo>
                    <a:pt x="3741978" y="166230"/>
                  </a:lnTo>
                  <a:lnTo>
                    <a:pt x="3769918" y="123177"/>
                  </a:lnTo>
                  <a:lnTo>
                    <a:pt x="3798252" y="80378"/>
                  </a:lnTo>
                  <a:lnTo>
                    <a:pt x="3826967" y="37820"/>
                  </a:lnTo>
                  <a:lnTo>
                    <a:pt x="3853002" y="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894" y="1279974"/>
              <a:ext cx="3152774" cy="2285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21017" y="6369945"/>
            <a:ext cx="8325484" cy="245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900"/>
              </a:lnSpc>
              <a:spcBef>
                <a:spcPts val="100"/>
              </a:spcBef>
            </a:pPr>
            <a:r>
              <a:rPr dirty="0" sz="2750" spc="95">
                <a:solidFill>
                  <a:srgbClr val="152540"/>
                </a:solidFill>
                <a:latin typeface="Trebuchet MS"/>
                <a:cs typeface="Trebuchet MS"/>
              </a:rPr>
              <a:t>Son</a:t>
            </a:r>
            <a:r>
              <a:rPr dirty="0" sz="2750" spc="260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2750" spc="26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2750" spc="260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2750" spc="26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2750" spc="260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2750" spc="-10">
                <a:solidFill>
                  <a:srgbClr val="152540"/>
                </a:solidFill>
                <a:latin typeface="Trebuchet MS"/>
                <a:cs typeface="Trebuchet MS"/>
              </a:rPr>
              <a:t>necesarios </a:t>
            </a:r>
            <a:r>
              <a:rPr dirty="0" sz="2750" spc="50">
                <a:solidFill>
                  <a:srgbClr val="152540"/>
                </a:solidFill>
                <a:latin typeface="Trebuchet MS"/>
                <a:cs typeface="Trebuchet MS"/>
              </a:rPr>
              <a:t>para</a:t>
            </a:r>
            <a:r>
              <a:rPr dirty="0" sz="275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2750" spc="2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operación</a:t>
            </a:r>
            <a:r>
              <a:rPr dirty="0" sz="27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2750" spc="2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sistemas</a:t>
            </a:r>
            <a:r>
              <a:rPr dirty="0" sz="27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digitales</a:t>
            </a:r>
            <a:r>
              <a:rPr dirty="0" sz="27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 spc="114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2750" spc="2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través</a:t>
            </a:r>
            <a:r>
              <a:rPr dirty="0" sz="27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 spc="-2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2750" spc="6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interacción</a:t>
            </a:r>
            <a:r>
              <a:rPr dirty="0" sz="2750" spc="6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con</a:t>
            </a:r>
            <a:r>
              <a:rPr dirty="0" sz="2750" spc="6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elementos</a:t>
            </a:r>
            <a:r>
              <a:rPr dirty="0" sz="2750" spc="6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 spc="45">
                <a:solidFill>
                  <a:srgbClr val="152540"/>
                </a:solidFill>
                <a:latin typeface="Trebuchet MS"/>
                <a:cs typeface="Trebuchet MS"/>
              </a:rPr>
              <a:t>gráficos</a:t>
            </a:r>
            <a:r>
              <a:rPr dirty="0" sz="2750" spc="6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del</a:t>
            </a:r>
            <a:r>
              <a:rPr dirty="0" sz="2750" spc="6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 spc="-10">
                <a:solidFill>
                  <a:srgbClr val="152540"/>
                </a:solidFill>
                <a:latin typeface="Trebuchet MS"/>
                <a:cs typeface="Trebuchet MS"/>
              </a:rPr>
              <a:t>sistema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operativo,</a:t>
            </a:r>
            <a:r>
              <a:rPr dirty="0" sz="2750" spc="32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así</a:t>
            </a:r>
            <a:r>
              <a:rPr dirty="0" sz="2750" spc="315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como</a:t>
            </a:r>
            <a:r>
              <a:rPr dirty="0" sz="2750" spc="32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el</a:t>
            </a:r>
            <a:r>
              <a:rPr dirty="0" sz="2750" spc="32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establecimiento</a:t>
            </a:r>
            <a:r>
              <a:rPr dirty="0" sz="2750" spc="315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2750" spc="-2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conexiones</a:t>
            </a:r>
            <a:r>
              <a:rPr dirty="0" sz="2750" spc="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con</a:t>
            </a:r>
            <a:r>
              <a:rPr dirty="0" sz="2750" spc="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152540"/>
                </a:solidFill>
                <a:latin typeface="Trebuchet MS"/>
                <a:cs typeface="Trebuchet MS"/>
              </a:rPr>
              <a:t>dispositivos</a:t>
            </a:r>
            <a:r>
              <a:rPr dirty="0" sz="2750" spc="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2750" spc="-10">
                <a:solidFill>
                  <a:srgbClr val="152540"/>
                </a:solidFill>
                <a:latin typeface="Trebuchet MS"/>
                <a:cs typeface="Trebuchet MS"/>
              </a:rPr>
              <a:t>perífericos.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91522" y="1660464"/>
            <a:ext cx="8176259" cy="892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22350" algn="l"/>
                <a:tab pos="4617085" algn="l"/>
              </a:tabLst>
            </a:pPr>
            <a:r>
              <a:rPr dirty="0" sz="5650" spc="-60">
                <a:solidFill>
                  <a:srgbClr val="152540"/>
                </a:solidFill>
                <a:latin typeface="Trebuchet MS"/>
                <a:cs typeface="Trebuchet MS"/>
              </a:rPr>
              <a:t>1</a:t>
            </a:r>
            <a:r>
              <a:rPr dirty="0" sz="5650" spc="-590">
                <a:solidFill>
                  <a:srgbClr val="152540"/>
                </a:solidFill>
                <a:latin typeface="Trebuchet MS"/>
                <a:cs typeface="Trebuchet MS"/>
              </a:rPr>
              <a:t>0</a:t>
            </a:r>
            <a:r>
              <a:rPr dirty="0" sz="565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5650" spc="680">
                <a:solidFill>
                  <a:srgbClr val="152540"/>
                </a:solidFill>
                <a:latin typeface="Trebuchet MS"/>
                <a:cs typeface="Trebuchet MS"/>
              </a:rPr>
              <a:t>SABERE</a:t>
            </a:r>
            <a:r>
              <a:rPr dirty="0" sz="5650" spc="150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r>
              <a:rPr dirty="0" sz="565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5650" spc="520">
                <a:solidFill>
                  <a:srgbClr val="152540"/>
                </a:solidFill>
                <a:latin typeface="Trebuchet MS"/>
                <a:cs typeface="Trebuchet MS"/>
              </a:rPr>
              <a:t>DIGATLE</a:t>
            </a:r>
            <a:r>
              <a:rPr dirty="0" sz="5650" spc="-10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endParaRPr sz="5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04203" y="5231898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0165598" y="137394"/>
            <a:ext cx="8122920" cy="10151745"/>
            <a:chOff x="10165598" y="137394"/>
            <a:chExt cx="8122920" cy="10151745"/>
          </a:xfrm>
        </p:grpSpPr>
        <p:sp>
          <p:nvSpPr>
            <p:cNvPr id="6" name="object 6" descr=""/>
            <p:cNvSpPr/>
            <p:nvPr/>
          </p:nvSpPr>
          <p:spPr>
            <a:xfrm>
              <a:off x="10165598" y="137394"/>
              <a:ext cx="8115934" cy="10151745"/>
            </a:xfrm>
            <a:custGeom>
              <a:avLst/>
              <a:gdLst/>
              <a:ahLst/>
              <a:cxnLst/>
              <a:rect l="l" t="t" r="r" b="b"/>
              <a:pathLst>
                <a:path w="8115934" h="10151745">
                  <a:moveTo>
                    <a:pt x="8112559" y="0"/>
                  </a:moveTo>
                  <a:lnTo>
                    <a:pt x="8115793" y="10151582"/>
                  </a:lnTo>
                  <a:lnTo>
                    <a:pt x="1987" y="10149604"/>
                  </a:lnTo>
                  <a:lnTo>
                    <a:pt x="0" y="10142965"/>
                  </a:lnTo>
                  <a:lnTo>
                    <a:pt x="409" y="10100050"/>
                  </a:lnTo>
                  <a:lnTo>
                    <a:pt x="13004" y="10053556"/>
                  </a:lnTo>
                  <a:lnTo>
                    <a:pt x="23876" y="10001308"/>
                  </a:lnTo>
                  <a:lnTo>
                    <a:pt x="35253" y="9950745"/>
                  </a:lnTo>
                  <a:lnTo>
                    <a:pt x="47122" y="9901825"/>
                  </a:lnTo>
                  <a:lnTo>
                    <a:pt x="59470" y="9854506"/>
                  </a:lnTo>
                  <a:lnTo>
                    <a:pt x="84451" y="9805104"/>
                  </a:lnTo>
                  <a:lnTo>
                    <a:pt x="97720" y="9760861"/>
                  </a:lnTo>
                  <a:lnTo>
                    <a:pt x="111430" y="9718092"/>
                  </a:lnTo>
                  <a:lnTo>
                    <a:pt x="125569" y="9676755"/>
                  </a:lnTo>
                  <a:lnTo>
                    <a:pt x="152290" y="9633165"/>
                  </a:lnTo>
                  <a:lnTo>
                    <a:pt x="167248" y="9594566"/>
                  </a:lnTo>
                  <a:lnTo>
                    <a:pt x="194764" y="9553629"/>
                  </a:lnTo>
                  <a:lnTo>
                    <a:pt x="210491" y="9517599"/>
                  </a:lnTo>
                  <a:lnTo>
                    <a:pt x="238751" y="9479146"/>
                  </a:lnTo>
                  <a:lnTo>
                    <a:pt x="255196" y="9445515"/>
                  </a:lnTo>
                  <a:lnTo>
                    <a:pt x="284149" y="9409378"/>
                  </a:lnTo>
                  <a:lnTo>
                    <a:pt x="313429" y="9374336"/>
                  </a:lnTo>
                  <a:lnTo>
                    <a:pt x="330857" y="9343987"/>
                  </a:lnTo>
                  <a:lnTo>
                    <a:pt x="360754" y="9311007"/>
                  </a:lnTo>
                  <a:lnTo>
                    <a:pt x="390941" y="9278994"/>
                  </a:lnTo>
                  <a:lnTo>
                    <a:pt x="409239" y="9251548"/>
                  </a:lnTo>
                  <a:lnTo>
                    <a:pt x="439967" y="9221344"/>
                  </a:lnTo>
                  <a:lnTo>
                    <a:pt x="470947" y="9191980"/>
                  </a:lnTo>
                  <a:lnTo>
                    <a:pt x="502167" y="9163415"/>
                  </a:lnTo>
                  <a:lnTo>
                    <a:pt x="533612" y="9135607"/>
                  </a:lnTo>
                  <a:lnTo>
                    <a:pt x="565272" y="9108513"/>
                  </a:lnTo>
                  <a:lnTo>
                    <a:pt x="597133" y="9082090"/>
                  </a:lnTo>
                  <a:lnTo>
                    <a:pt x="629182" y="9056298"/>
                  </a:lnTo>
                  <a:lnTo>
                    <a:pt x="649240" y="9034736"/>
                  </a:lnTo>
                  <a:lnTo>
                    <a:pt x="681629" y="9010076"/>
                  </a:lnTo>
                  <a:lnTo>
                    <a:pt x="714168" y="8985920"/>
                  </a:lnTo>
                  <a:lnTo>
                    <a:pt x="746845" y="8962225"/>
                  </a:lnTo>
                  <a:lnTo>
                    <a:pt x="779647" y="8938948"/>
                  </a:lnTo>
                  <a:lnTo>
                    <a:pt x="812562" y="8916048"/>
                  </a:lnTo>
                  <a:lnTo>
                    <a:pt x="845577" y="8893482"/>
                  </a:lnTo>
                  <a:lnTo>
                    <a:pt x="878680" y="8871208"/>
                  </a:lnTo>
                  <a:lnTo>
                    <a:pt x="924024" y="8845541"/>
                  </a:lnTo>
                  <a:lnTo>
                    <a:pt x="957263" y="8823725"/>
                  </a:lnTo>
                  <a:lnTo>
                    <a:pt x="990552" y="8802073"/>
                  </a:lnTo>
                  <a:lnTo>
                    <a:pt x="1023878" y="8780545"/>
                  </a:lnTo>
                  <a:lnTo>
                    <a:pt x="1057228" y="8759098"/>
                  </a:lnTo>
                  <a:lnTo>
                    <a:pt x="1123950" y="8716277"/>
                  </a:lnTo>
                  <a:lnTo>
                    <a:pt x="1157297" y="8694819"/>
                  </a:lnTo>
                  <a:lnTo>
                    <a:pt x="1190617" y="8673273"/>
                  </a:lnTo>
                  <a:lnTo>
                    <a:pt x="1223899" y="8651596"/>
                  </a:lnTo>
                  <a:lnTo>
                    <a:pt x="1257129" y="8629748"/>
                  </a:lnTo>
                  <a:lnTo>
                    <a:pt x="1290294" y="8607684"/>
                  </a:lnTo>
                  <a:lnTo>
                    <a:pt x="1323383" y="8585364"/>
                  </a:lnTo>
                  <a:lnTo>
                    <a:pt x="1356382" y="8562744"/>
                  </a:lnTo>
                  <a:lnTo>
                    <a:pt x="1389279" y="8539783"/>
                  </a:lnTo>
                  <a:lnTo>
                    <a:pt x="1422061" y="8516439"/>
                  </a:lnTo>
                  <a:lnTo>
                    <a:pt x="1454715" y="8492668"/>
                  </a:lnTo>
                  <a:lnTo>
                    <a:pt x="1487230" y="8468430"/>
                  </a:lnTo>
                  <a:lnTo>
                    <a:pt x="1519591" y="8443681"/>
                  </a:lnTo>
                  <a:lnTo>
                    <a:pt x="1551788" y="8418380"/>
                  </a:lnTo>
                  <a:lnTo>
                    <a:pt x="1583806" y="8392484"/>
                  </a:lnTo>
                  <a:lnTo>
                    <a:pt x="1615633" y="8365951"/>
                  </a:lnTo>
                  <a:lnTo>
                    <a:pt x="1647258" y="8338738"/>
                  </a:lnTo>
                  <a:lnTo>
                    <a:pt x="1678666" y="8310805"/>
                  </a:lnTo>
                  <a:lnTo>
                    <a:pt x="1697679" y="8285750"/>
                  </a:lnTo>
                  <a:lnTo>
                    <a:pt x="1728617" y="8256247"/>
                  </a:lnTo>
                  <a:lnTo>
                    <a:pt x="1759302" y="8225896"/>
                  </a:lnTo>
                  <a:lnTo>
                    <a:pt x="1789720" y="8194654"/>
                  </a:lnTo>
                  <a:lnTo>
                    <a:pt x="1807692" y="8166123"/>
                  </a:lnTo>
                  <a:lnTo>
                    <a:pt x="1837539" y="8132974"/>
                  </a:lnTo>
                  <a:lnTo>
                    <a:pt x="1867082" y="8098808"/>
                  </a:lnTo>
                  <a:lnTo>
                    <a:pt x="1884140" y="8067225"/>
                  </a:lnTo>
                  <a:lnTo>
                    <a:pt x="1913036" y="8030899"/>
                  </a:lnTo>
                  <a:lnTo>
                    <a:pt x="1941589" y="7993429"/>
                  </a:lnTo>
                  <a:lnTo>
                    <a:pt x="1957621" y="7958415"/>
                  </a:lnTo>
                  <a:lnTo>
                    <a:pt x="1985452" y="7918531"/>
                  </a:lnTo>
                  <a:lnTo>
                    <a:pt x="2000736" y="7881019"/>
                  </a:lnTo>
                  <a:lnTo>
                    <a:pt x="2027793" y="7838552"/>
                  </a:lnTo>
                  <a:lnTo>
                    <a:pt x="2032658" y="7810521"/>
                  </a:lnTo>
                  <a:lnTo>
                    <a:pt x="2049431" y="7777983"/>
                  </a:lnTo>
                  <a:lnTo>
                    <a:pt x="2053788" y="7748253"/>
                  </a:lnTo>
                  <a:lnTo>
                    <a:pt x="2057903" y="7717716"/>
                  </a:lnTo>
                  <a:lnTo>
                    <a:pt x="2073952" y="7682760"/>
                  </a:lnTo>
                  <a:lnTo>
                    <a:pt x="2077611" y="7650699"/>
                  </a:lnTo>
                  <a:lnTo>
                    <a:pt x="2084292" y="7584450"/>
                  </a:lnTo>
                  <a:lnTo>
                    <a:pt x="2075165" y="7553963"/>
                  </a:lnTo>
                  <a:lnTo>
                    <a:pt x="2078016" y="7519203"/>
                  </a:lnTo>
                  <a:lnTo>
                    <a:pt x="2068520" y="7487484"/>
                  </a:lnTo>
                  <a:lnTo>
                    <a:pt x="2071019" y="7451549"/>
                  </a:lnTo>
                  <a:lnTo>
                    <a:pt x="2061190" y="7418714"/>
                  </a:lnTo>
                  <a:lnTo>
                    <a:pt x="2063372" y="7381722"/>
                  </a:lnTo>
                  <a:lnTo>
                    <a:pt x="1778381" y="6429745"/>
                  </a:lnTo>
                  <a:lnTo>
                    <a:pt x="1779710" y="6389901"/>
                  </a:lnTo>
                  <a:lnTo>
                    <a:pt x="1768963" y="6354002"/>
                  </a:lnTo>
                  <a:lnTo>
                    <a:pt x="1770481" y="6314793"/>
                  </a:lnTo>
                  <a:lnTo>
                    <a:pt x="1759942" y="6279587"/>
                  </a:lnTo>
                  <a:lnTo>
                    <a:pt x="1767707" y="6128392"/>
                  </a:lnTo>
                  <a:lnTo>
                    <a:pt x="1775094" y="6020219"/>
                  </a:lnTo>
                  <a:lnTo>
                    <a:pt x="1790067" y="5981670"/>
                  </a:lnTo>
                  <a:lnTo>
                    <a:pt x="1793061" y="5947387"/>
                  </a:lnTo>
                  <a:lnTo>
                    <a:pt x="1808416" y="5910115"/>
                  </a:lnTo>
                  <a:lnTo>
                    <a:pt x="1823976" y="5873525"/>
                  </a:lnTo>
                  <a:lnTo>
                    <a:pt x="1839749" y="5837646"/>
                  </a:lnTo>
                  <a:lnTo>
                    <a:pt x="1855744" y="5802509"/>
                  </a:lnTo>
                  <a:lnTo>
                    <a:pt x="1884136" y="5764499"/>
                  </a:lnTo>
                  <a:lnTo>
                    <a:pt x="1900600" y="5730930"/>
                  </a:lnTo>
                  <a:lnTo>
                    <a:pt x="1929479" y="5694547"/>
                  </a:lnTo>
                  <a:lnTo>
                    <a:pt x="1958614" y="5659022"/>
                  </a:lnTo>
                  <a:lnTo>
                    <a:pt x="1988015" y="5624383"/>
                  </a:lnTo>
                  <a:lnTo>
                    <a:pt x="2017690" y="5590660"/>
                  </a:lnTo>
                  <a:lnTo>
                    <a:pt x="2059815" y="5554240"/>
                  </a:lnTo>
                  <a:lnTo>
                    <a:pt x="2102231" y="5518794"/>
                  </a:lnTo>
                  <a:lnTo>
                    <a:pt x="2144457" y="5482714"/>
                  </a:lnTo>
                  <a:lnTo>
                    <a:pt x="2187018" y="5447752"/>
                  </a:lnTo>
                  <a:lnTo>
                    <a:pt x="2229906" y="5413882"/>
                  </a:lnTo>
                  <a:lnTo>
                    <a:pt x="2260946" y="5384719"/>
                  </a:lnTo>
                  <a:lnTo>
                    <a:pt x="2304464" y="5352951"/>
                  </a:lnTo>
                  <a:lnTo>
                    <a:pt x="2348284" y="5322195"/>
                  </a:lnTo>
                  <a:lnTo>
                    <a:pt x="2392399" y="5292423"/>
                  </a:lnTo>
                  <a:lnTo>
                    <a:pt x="2436800" y="5263609"/>
                  </a:lnTo>
                  <a:lnTo>
                    <a:pt x="2481480" y="5235726"/>
                  </a:lnTo>
                  <a:lnTo>
                    <a:pt x="2514265" y="5212390"/>
                  </a:lnTo>
                  <a:lnTo>
                    <a:pt x="2559479" y="5186290"/>
                  </a:lnTo>
                  <a:lnTo>
                    <a:pt x="2604947" y="5161040"/>
                  </a:lnTo>
                  <a:lnTo>
                    <a:pt x="2638496" y="5140257"/>
                  </a:lnTo>
                  <a:lnTo>
                    <a:pt x="2684450" y="5116629"/>
                  </a:lnTo>
                  <a:lnTo>
                    <a:pt x="2730635" y="5093772"/>
                  </a:lnTo>
                  <a:lnTo>
                    <a:pt x="2764876" y="5075301"/>
                  </a:lnTo>
                  <a:lnTo>
                    <a:pt x="2811499" y="5053905"/>
                  </a:lnTo>
                  <a:lnTo>
                    <a:pt x="2846161" y="5036843"/>
                  </a:lnTo>
                  <a:lnTo>
                    <a:pt x="2893189" y="5016802"/>
                  </a:lnTo>
                  <a:lnTo>
                    <a:pt x="2940408" y="4997398"/>
                  </a:lnTo>
                  <a:lnTo>
                    <a:pt x="2975643" y="4982248"/>
                  </a:lnTo>
                  <a:lnTo>
                    <a:pt x="3011053" y="4967681"/>
                  </a:lnTo>
                  <a:lnTo>
                    <a:pt x="3058796" y="4950029"/>
                  </a:lnTo>
                  <a:lnTo>
                    <a:pt x="3094531" y="4936550"/>
                  </a:lnTo>
                  <a:lnTo>
                    <a:pt x="3142584" y="4919932"/>
                  </a:lnTo>
                  <a:lnTo>
                    <a:pt x="3178613" y="4907433"/>
                  </a:lnTo>
                  <a:lnTo>
                    <a:pt x="3226943" y="4891743"/>
                  </a:lnTo>
                  <a:lnTo>
                    <a:pt x="3263234" y="4880118"/>
                  </a:lnTo>
                  <a:lnTo>
                    <a:pt x="3299643" y="4868890"/>
                  </a:lnTo>
                  <a:lnTo>
                    <a:pt x="3348330" y="4854390"/>
                  </a:lnTo>
                  <a:lnTo>
                    <a:pt x="3384953" y="4843876"/>
                  </a:lnTo>
                  <a:lnTo>
                    <a:pt x="3421671" y="4833679"/>
                  </a:lnTo>
                  <a:lnTo>
                    <a:pt x="3458476" y="4823771"/>
                  </a:lnTo>
                  <a:lnTo>
                    <a:pt x="3507526" y="4810485"/>
                  </a:lnTo>
                  <a:lnTo>
                    <a:pt x="3544480" y="4801077"/>
                  </a:lnTo>
                  <a:lnTo>
                    <a:pt x="3581497" y="4791880"/>
                  </a:lnTo>
                  <a:lnTo>
                    <a:pt x="3618569" y="4782865"/>
                  </a:lnTo>
                  <a:lnTo>
                    <a:pt x="3667855" y="4770365"/>
                  </a:lnTo>
                  <a:lnTo>
                    <a:pt x="3705012" y="4761636"/>
                  </a:lnTo>
                  <a:lnTo>
                    <a:pt x="3742201" y="4753011"/>
                  </a:lnTo>
                  <a:lnTo>
                    <a:pt x="3779412" y="4744462"/>
                  </a:lnTo>
                  <a:lnTo>
                    <a:pt x="3816638" y="4735963"/>
                  </a:lnTo>
                  <a:lnTo>
                    <a:pt x="3940493" y="4706853"/>
                  </a:lnTo>
                  <a:lnTo>
                    <a:pt x="3977698" y="4698285"/>
                  </a:lnTo>
                  <a:lnTo>
                    <a:pt x="4014879" y="4689633"/>
                  </a:lnTo>
                  <a:lnTo>
                    <a:pt x="4052026" y="4680871"/>
                  </a:lnTo>
                  <a:lnTo>
                    <a:pt x="4089133" y="4671971"/>
                  </a:lnTo>
                  <a:lnTo>
                    <a:pt x="4126190" y="4662907"/>
                  </a:lnTo>
                  <a:lnTo>
                    <a:pt x="4175356" y="4650009"/>
                  </a:lnTo>
                  <a:lnTo>
                    <a:pt x="4212291" y="4640537"/>
                  </a:lnTo>
                  <a:lnTo>
                    <a:pt x="4249153" y="4630820"/>
                  </a:lnTo>
                  <a:lnTo>
                    <a:pt x="4285934" y="4620833"/>
                  </a:lnTo>
                  <a:lnTo>
                    <a:pt x="4322625" y="4610547"/>
                  </a:lnTo>
                  <a:lnTo>
                    <a:pt x="4359220" y="4599938"/>
                  </a:lnTo>
                  <a:lnTo>
                    <a:pt x="4395709" y="4588977"/>
                  </a:lnTo>
                  <a:lnTo>
                    <a:pt x="4432085" y="4577639"/>
                  </a:lnTo>
                  <a:lnTo>
                    <a:pt x="4468341" y="4565896"/>
                  </a:lnTo>
                  <a:lnTo>
                    <a:pt x="4504467" y="4553721"/>
                  </a:lnTo>
                  <a:lnTo>
                    <a:pt x="4540456" y="4541089"/>
                  </a:lnTo>
                  <a:lnTo>
                    <a:pt x="4576300" y="4527973"/>
                  </a:lnTo>
                  <a:lnTo>
                    <a:pt x="4624157" y="4510702"/>
                  </a:lnTo>
                  <a:lnTo>
                    <a:pt x="4659687" y="4496536"/>
                  </a:lnTo>
                  <a:lnTo>
                    <a:pt x="4695047" y="4481805"/>
                  </a:lnTo>
                  <a:lnTo>
                    <a:pt x="4730231" y="4466483"/>
                  </a:lnTo>
                  <a:lnTo>
                    <a:pt x="4765229" y="4450542"/>
                  </a:lnTo>
                  <a:lnTo>
                    <a:pt x="4800035" y="4433957"/>
                  </a:lnTo>
                  <a:lnTo>
                    <a:pt x="4834639" y="4416699"/>
                  </a:lnTo>
                  <a:lnTo>
                    <a:pt x="4869035" y="4398744"/>
                  </a:lnTo>
                  <a:lnTo>
                    <a:pt x="4903213" y="4380063"/>
                  </a:lnTo>
                  <a:lnTo>
                    <a:pt x="4937166" y="4360631"/>
                  </a:lnTo>
                  <a:lnTo>
                    <a:pt x="4970886" y="4340420"/>
                  </a:lnTo>
                  <a:lnTo>
                    <a:pt x="5004366" y="4319404"/>
                  </a:lnTo>
                  <a:lnTo>
                    <a:pt x="5049762" y="4293914"/>
                  </a:lnTo>
                  <a:lnTo>
                    <a:pt x="5082735" y="4271207"/>
                  </a:lnTo>
                  <a:lnTo>
                    <a:pt x="5115443" y="4247616"/>
                  </a:lnTo>
                  <a:lnTo>
                    <a:pt x="5147878" y="4223112"/>
                  </a:lnTo>
                  <a:lnTo>
                    <a:pt x="5180032" y="4197669"/>
                  </a:lnTo>
                  <a:lnTo>
                    <a:pt x="5211897" y="4171261"/>
                  </a:lnTo>
                  <a:lnTo>
                    <a:pt x="5243465" y="4143861"/>
                  </a:lnTo>
                  <a:lnTo>
                    <a:pt x="5274728" y="4115442"/>
                  </a:lnTo>
                  <a:lnTo>
                    <a:pt x="5317844" y="4082335"/>
                  </a:lnTo>
                  <a:lnTo>
                    <a:pt x="5348473" y="4051798"/>
                  </a:lnTo>
                  <a:lnTo>
                    <a:pt x="5378773" y="4020162"/>
                  </a:lnTo>
                  <a:lnTo>
                    <a:pt x="5408736" y="3987400"/>
                  </a:lnTo>
                  <a:lnTo>
                    <a:pt x="5438353" y="3953485"/>
                  </a:lnTo>
                  <a:lnTo>
                    <a:pt x="5479785" y="3914750"/>
                  </a:lnTo>
                  <a:lnTo>
                    <a:pt x="5508689" y="3878450"/>
                  </a:lnTo>
                  <a:lnTo>
                    <a:pt x="5537223" y="3840919"/>
                  </a:lnTo>
                  <a:lnTo>
                    <a:pt x="5556550" y="3816911"/>
                  </a:lnTo>
                  <a:lnTo>
                    <a:pt x="5575516" y="3791698"/>
                  </a:lnTo>
                  <a:lnTo>
                    <a:pt x="5594130" y="3765311"/>
                  </a:lnTo>
                  <a:lnTo>
                    <a:pt x="5600235" y="3741419"/>
                  </a:lnTo>
                  <a:lnTo>
                    <a:pt x="5618171" y="3712769"/>
                  </a:lnTo>
                  <a:lnTo>
                    <a:pt x="5623616" y="3686673"/>
                  </a:lnTo>
                  <a:lnTo>
                    <a:pt x="5640910" y="3655877"/>
                  </a:lnTo>
                  <a:lnTo>
                    <a:pt x="5645730" y="3627694"/>
                  </a:lnTo>
                  <a:lnTo>
                    <a:pt x="5650251" y="3598512"/>
                  </a:lnTo>
                  <a:lnTo>
                    <a:pt x="5666647" y="3564717"/>
                  </a:lnTo>
                  <a:lnTo>
                    <a:pt x="5670596" y="3533623"/>
                  </a:lnTo>
                  <a:lnTo>
                    <a:pt x="5677682" y="3468728"/>
                  </a:lnTo>
                  <a:lnTo>
                    <a:pt x="5686418" y="3365059"/>
                  </a:lnTo>
                  <a:lnTo>
                    <a:pt x="5691081" y="3292069"/>
                  </a:lnTo>
                  <a:lnTo>
                    <a:pt x="5696509" y="3177355"/>
                  </a:lnTo>
                  <a:lnTo>
                    <a:pt x="5685770" y="3141481"/>
                  </a:lnTo>
                  <a:lnTo>
                    <a:pt x="5689026" y="3019510"/>
                  </a:lnTo>
                  <a:lnTo>
                    <a:pt x="5677633" y="2981452"/>
                  </a:lnTo>
                  <a:lnTo>
                    <a:pt x="5679137" y="2853628"/>
                  </a:lnTo>
                  <a:lnTo>
                    <a:pt x="5667383" y="2770080"/>
                  </a:lnTo>
                  <a:lnTo>
                    <a:pt x="5667288" y="2636917"/>
                  </a:lnTo>
                  <a:lnTo>
                    <a:pt x="5654936" y="2595655"/>
                  </a:lnTo>
                  <a:lnTo>
                    <a:pt x="5650672" y="2094299"/>
                  </a:lnTo>
                  <a:lnTo>
                    <a:pt x="5662477" y="2045167"/>
                  </a:lnTo>
                  <a:lnTo>
                    <a:pt x="5661890" y="1954640"/>
                  </a:lnTo>
                  <a:lnTo>
                    <a:pt x="5673848" y="1906019"/>
                  </a:lnTo>
                  <a:lnTo>
                    <a:pt x="5673708" y="1861270"/>
                  </a:lnTo>
                  <a:lnTo>
                    <a:pt x="5698003" y="1765292"/>
                  </a:lnTo>
                  <a:lnTo>
                    <a:pt x="5698122" y="1721406"/>
                  </a:lnTo>
                  <a:lnTo>
                    <a:pt x="5735635" y="1581015"/>
                  </a:lnTo>
                  <a:lnTo>
                    <a:pt x="5761278" y="1489543"/>
                  </a:lnTo>
                  <a:lnTo>
                    <a:pt x="5774317" y="1444531"/>
                  </a:lnTo>
                  <a:lnTo>
                    <a:pt x="5799678" y="1396398"/>
                  </a:lnTo>
                  <a:lnTo>
                    <a:pt x="5813038" y="1352458"/>
                  </a:lnTo>
                  <a:lnTo>
                    <a:pt x="5838738" y="1305457"/>
                  </a:lnTo>
                  <a:lnTo>
                    <a:pt x="5852454" y="1262707"/>
                  </a:lnTo>
                  <a:lnTo>
                    <a:pt x="5878527" y="1216954"/>
                  </a:lnTo>
                  <a:lnTo>
                    <a:pt x="5904801" y="1171869"/>
                  </a:lnTo>
                  <a:lnTo>
                    <a:pt x="5931283" y="1127481"/>
                  </a:lnTo>
                  <a:lnTo>
                    <a:pt x="5957983" y="1083820"/>
                  </a:lnTo>
                  <a:lnTo>
                    <a:pt x="5984909" y="1040914"/>
                  </a:lnTo>
                  <a:lnTo>
                    <a:pt x="6024237" y="995152"/>
                  </a:lnTo>
                  <a:lnTo>
                    <a:pt x="6051642" y="953846"/>
                  </a:lnTo>
                  <a:lnTo>
                    <a:pt x="6091466" y="909741"/>
                  </a:lnTo>
                  <a:lnTo>
                    <a:pt x="6131551" y="866509"/>
                  </a:lnTo>
                  <a:lnTo>
                    <a:pt x="6159740" y="827822"/>
                  </a:lnTo>
                  <a:lnTo>
                    <a:pt x="6201612" y="790556"/>
                  </a:lnTo>
                  <a:lnTo>
                    <a:pt x="6231634" y="757993"/>
                  </a:lnTo>
                  <a:lnTo>
                    <a:pt x="6261968" y="726473"/>
                  </a:lnTo>
                  <a:lnTo>
                    <a:pt x="6304776" y="692336"/>
                  </a:lnTo>
                  <a:lnTo>
                    <a:pt x="6335720" y="662850"/>
                  </a:lnTo>
                  <a:lnTo>
                    <a:pt x="6379126" y="630712"/>
                  </a:lnTo>
                  <a:lnTo>
                    <a:pt x="6410658" y="603191"/>
                  </a:lnTo>
                  <a:lnTo>
                    <a:pt x="6454643" y="572985"/>
                  </a:lnTo>
                  <a:lnTo>
                    <a:pt x="6486742" y="547360"/>
                  </a:lnTo>
                  <a:lnTo>
                    <a:pt x="6531284" y="519016"/>
                  </a:lnTo>
                  <a:lnTo>
                    <a:pt x="6576098" y="491577"/>
                  </a:lnTo>
                  <a:lnTo>
                    <a:pt x="6609010" y="468669"/>
                  </a:lnTo>
                  <a:lnTo>
                    <a:pt x="6654350" y="442989"/>
                  </a:lnTo>
                  <a:lnTo>
                    <a:pt x="6699946" y="418163"/>
                  </a:lnTo>
                  <a:lnTo>
                    <a:pt x="6733625" y="397817"/>
                  </a:lnTo>
                  <a:lnTo>
                    <a:pt x="6779716" y="374647"/>
                  </a:lnTo>
                  <a:lnTo>
                    <a:pt x="6826048" y="352279"/>
                  </a:lnTo>
                  <a:lnTo>
                    <a:pt x="6872614" y="330697"/>
                  </a:lnTo>
                  <a:lnTo>
                    <a:pt x="6907244" y="313525"/>
                  </a:lnTo>
                  <a:lnTo>
                    <a:pt x="6954265" y="293461"/>
                  </a:lnTo>
                  <a:lnTo>
                    <a:pt x="7001506" y="274131"/>
                  </a:lnTo>
                  <a:lnTo>
                    <a:pt x="7048961" y="255517"/>
                  </a:lnTo>
                  <a:lnTo>
                    <a:pt x="7096626" y="237603"/>
                  </a:lnTo>
                  <a:lnTo>
                    <a:pt x="7144494" y="220370"/>
                  </a:lnTo>
                  <a:lnTo>
                    <a:pt x="7192562" y="203803"/>
                  </a:lnTo>
                  <a:lnTo>
                    <a:pt x="7240824" y="187883"/>
                  </a:lnTo>
                  <a:lnTo>
                    <a:pt x="7277108" y="176236"/>
                  </a:lnTo>
                  <a:lnTo>
                    <a:pt x="7325742" y="161559"/>
                  </a:lnTo>
                  <a:lnTo>
                    <a:pt x="7374554" y="147480"/>
                  </a:lnTo>
                  <a:lnTo>
                    <a:pt x="7423540" y="133979"/>
                  </a:lnTo>
                  <a:lnTo>
                    <a:pt x="7472694" y="121039"/>
                  </a:lnTo>
                  <a:lnTo>
                    <a:pt x="7522011" y="108645"/>
                  </a:lnTo>
                  <a:lnTo>
                    <a:pt x="7571486" y="96778"/>
                  </a:lnTo>
                  <a:lnTo>
                    <a:pt x="7621113" y="85421"/>
                  </a:lnTo>
                  <a:lnTo>
                    <a:pt x="7670889" y="74557"/>
                  </a:lnTo>
                  <a:lnTo>
                    <a:pt x="7720806" y="64169"/>
                  </a:lnTo>
                  <a:lnTo>
                    <a:pt x="7770861" y="54240"/>
                  </a:lnTo>
                  <a:lnTo>
                    <a:pt x="7821049" y="44753"/>
                  </a:lnTo>
                  <a:lnTo>
                    <a:pt x="7871363" y="35689"/>
                  </a:lnTo>
                  <a:lnTo>
                    <a:pt x="7921799" y="27033"/>
                  </a:lnTo>
                  <a:lnTo>
                    <a:pt x="7960186" y="22410"/>
                  </a:lnTo>
                  <a:lnTo>
                    <a:pt x="8010850" y="14517"/>
                  </a:lnTo>
                  <a:lnTo>
                    <a:pt x="8061621" y="6979"/>
                  </a:lnTo>
                  <a:lnTo>
                    <a:pt x="8112559" y="0"/>
                  </a:lnTo>
                  <a:close/>
                </a:path>
                <a:path w="8115934" h="10151745">
                  <a:moveTo>
                    <a:pt x="1800293" y="6502942"/>
                  </a:moveTo>
                  <a:lnTo>
                    <a:pt x="1901083" y="6839615"/>
                  </a:lnTo>
                  <a:lnTo>
                    <a:pt x="1877658" y="6805649"/>
                  </a:lnTo>
                  <a:lnTo>
                    <a:pt x="1799184" y="6543520"/>
                  </a:lnTo>
                  <a:lnTo>
                    <a:pt x="1800293" y="6502942"/>
                  </a:lnTo>
                  <a:close/>
                </a:path>
              </a:pathLst>
            </a:custGeom>
            <a:solidFill>
              <a:srgbClr val="2537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04516" y="2510482"/>
              <a:ext cx="6238130" cy="623569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1304580" y="4402586"/>
              <a:ext cx="6238240" cy="4344035"/>
            </a:xfrm>
            <a:custGeom>
              <a:avLst/>
              <a:gdLst/>
              <a:ahLst/>
              <a:cxnLst/>
              <a:rect l="l" t="t" r="r" b="b"/>
              <a:pathLst>
                <a:path w="6238240" h="4344034">
                  <a:moveTo>
                    <a:pt x="2835903" y="4330896"/>
                  </a:moveTo>
                  <a:lnTo>
                    <a:pt x="2879759" y="4334555"/>
                  </a:lnTo>
                  <a:lnTo>
                    <a:pt x="2927234" y="4337795"/>
                  </a:lnTo>
                  <a:lnTo>
                    <a:pt x="2974901" y="4340325"/>
                  </a:lnTo>
                  <a:lnTo>
                    <a:pt x="3022754" y="4342137"/>
                  </a:lnTo>
                  <a:lnTo>
                    <a:pt x="3070789" y="4343229"/>
                  </a:lnTo>
                  <a:lnTo>
                    <a:pt x="3119001" y="4343596"/>
                  </a:lnTo>
                  <a:lnTo>
                    <a:pt x="3167212" y="4343229"/>
                  </a:lnTo>
                  <a:lnTo>
                    <a:pt x="3215247" y="4342137"/>
                  </a:lnTo>
                  <a:lnTo>
                    <a:pt x="3263100" y="4340325"/>
                  </a:lnTo>
                  <a:lnTo>
                    <a:pt x="3310767" y="4337795"/>
                  </a:lnTo>
                  <a:lnTo>
                    <a:pt x="3358243" y="4334555"/>
                  </a:lnTo>
                  <a:lnTo>
                    <a:pt x="3402098" y="4330896"/>
                  </a:lnTo>
                </a:path>
                <a:path w="6238240" h="4344034">
                  <a:moveTo>
                    <a:pt x="2719759" y="4318196"/>
                  </a:moveTo>
                  <a:lnTo>
                    <a:pt x="2738537" y="4320623"/>
                  </a:lnTo>
                  <a:lnTo>
                    <a:pt x="2785405" y="4325964"/>
                  </a:lnTo>
                  <a:lnTo>
                    <a:pt x="2832481" y="4330610"/>
                  </a:lnTo>
                  <a:lnTo>
                    <a:pt x="2835903" y="4330896"/>
                  </a:lnTo>
                </a:path>
                <a:path w="6238240" h="4344034">
                  <a:moveTo>
                    <a:pt x="3402098" y="4330896"/>
                  </a:moveTo>
                  <a:lnTo>
                    <a:pt x="3405520" y="4330610"/>
                  </a:lnTo>
                  <a:lnTo>
                    <a:pt x="3452596" y="4325964"/>
                  </a:lnTo>
                  <a:lnTo>
                    <a:pt x="3499464" y="4320623"/>
                  </a:lnTo>
                  <a:lnTo>
                    <a:pt x="3518242" y="4318196"/>
                  </a:lnTo>
                </a:path>
                <a:path w="6238240" h="4344034">
                  <a:moveTo>
                    <a:pt x="2555432" y="4292796"/>
                  </a:moveTo>
                  <a:lnTo>
                    <a:pt x="2599232" y="4300481"/>
                  </a:lnTo>
                  <a:lnTo>
                    <a:pt x="2645445" y="4307876"/>
                  </a:lnTo>
                  <a:lnTo>
                    <a:pt x="2691882" y="4314592"/>
                  </a:lnTo>
                  <a:lnTo>
                    <a:pt x="2719759" y="4318196"/>
                  </a:lnTo>
                </a:path>
                <a:path w="6238240" h="4344034">
                  <a:moveTo>
                    <a:pt x="3518242" y="4318196"/>
                  </a:moveTo>
                  <a:lnTo>
                    <a:pt x="3546119" y="4314592"/>
                  </a:lnTo>
                  <a:lnTo>
                    <a:pt x="3592556" y="4307876"/>
                  </a:lnTo>
                  <a:lnTo>
                    <a:pt x="3638770" y="4300481"/>
                  </a:lnTo>
                  <a:lnTo>
                    <a:pt x="3682569" y="4292796"/>
                  </a:lnTo>
                </a:path>
                <a:path w="6238240" h="4344034">
                  <a:moveTo>
                    <a:pt x="2376727" y="4254696"/>
                  </a:moveTo>
                  <a:lnTo>
                    <a:pt x="2416716" y="4264212"/>
                  </a:lnTo>
                  <a:lnTo>
                    <a:pt x="2461983" y="4274272"/>
                  </a:lnTo>
                  <a:lnTo>
                    <a:pt x="2507496" y="4283674"/>
                  </a:lnTo>
                  <a:lnTo>
                    <a:pt x="2553247" y="4292412"/>
                  </a:lnTo>
                  <a:lnTo>
                    <a:pt x="2555432" y="4292796"/>
                  </a:lnTo>
                </a:path>
                <a:path w="6238240" h="4344034">
                  <a:moveTo>
                    <a:pt x="3682569" y="4292796"/>
                  </a:moveTo>
                  <a:lnTo>
                    <a:pt x="3684755" y="4292412"/>
                  </a:lnTo>
                  <a:lnTo>
                    <a:pt x="3730506" y="4283674"/>
                  </a:lnTo>
                  <a:lnTo>
                    <a:pt x="3776018" y="4274272"/>
                  </a:lnTo>
                  <a:lnTo>
                    <a:pt x="3821286" y="4264212"/>
                  </a:lnTo>
                  <a:lnTo>
                    <a:pt x="3861274" y="4254696"/>
                  </a:lnTo>
                </a:path>
                <a:path w="6238240" h="4344034">
                  <a:moveTo>
                    <a:pt x="249569" y="33"/>
                  </a:moveTo>
                  <a:lnTo>
                    <a:pt x="249499" y="199"/>
                  </a:lnTo>
                </a:path>
                <a:path w="6238240" h="4344034">
                  <a:moveTo>
                    <a:pt x="1498" y="1128288"/>
                  </a:moveTo>
                  <a:lnTo>
                    <a:pt x="1442" y="1130497"/>
                  </a:lnTo>
                  <a:lnTo>
                    <a:pt x="413" y="1176320"/>
                  </a:lnTo>
                  <a:lnTo>
                    <a:pt x="363" y="1181296"/>
                  </a:lnTo>
                  <a:lnTo>
                    <a:pt x="0" y="1224530"/>
                  </a:lnTo>
                  <a:lnTo>
                    <a:pt x="47" y="1232095"/>
                  </a:lnTo>
                  <a:lnTo>
                    <a:pt x="250" y="1272741"/>
                  </a:lnTo>
                  <a:lnTo>
                    <a:pt x="1386" y="1320776"/>
                  </a:lnTo>
                  <a:lnTo>
                    <a:pt x="1395" y="1320996"/>
                  </a:lnTo>
                  <a:lnTo>
                    <a:pt x="3093" y="1368633"/>
                  </a:lnTo>
                  <a:lnTo>
                    <a:pt x="5734" y="1416296"/>
                  </a:lnTo>
                  <a:lnTo>
                    <a:pt x="8974" y="1463771"/>
                  </a:lnTo>
                  <a:lnTo>
                    <a:pt x="12874" y="1511054"/>
                  </a:lnTo>
                  <a:lnTo>
                    <a:pt x="17566" y="1558124"/>
                  </a:lnTo>
                  <a:lnTo>
                    <a:pt x="22907" y="1604992"/>
                  </a:lnTo>
                  <a:lnTo>
                    <a:pt x="28938" y="1651647"/>
                  </a:lnTo>
                  <a:lnTo>
                    <a:pt x="35653" y="1698084"/>
                  </a:lnTo>
                  <a:lnTo>
                    <a:pt x="43048" y="1744298"/>
                  </a:lnTo>
                  <a:lnTo>
                    <a:pt x="50994" y="1790309"/>
                  </a:lnTo>
                  <a:lnTo>
                    <a:pt x="59856" y="1836034"/>
                  </a:lnTo>
                  <a:lnTo>
                    <a:pt x="69258" y="1881546"/>
                  </a:lnTo>
                  <a:lnTo>
                    <a:pt x="79318" y="1926814"/>
                  </a:lnTo>
                  <a:lnTo>
                    <a:pt x="90031" y="1971832"/>
                  </a:lnTo>
                  <a:lnTo>
                    <a:pt x="101393" y="2016596"/>
                  </a:lnTo>
                  <a:lnTo>
                    <a:pt x="113397" y="2061099"/>
                  </a:lnTo>
                  <a:lnTo>
                    <a:pt x="126038" y="2105337"/>
                  </a:lnTo>
                  <a:lnTo>
                    <a:pt x="139312" y="2149305"/>
                  </a:lnTo>
                  <a:lnTo>
                    <a:pt x="153213" y="2192997"/>
                  </a:lnTo>
                  <a:lnTo>
                    <a:pt x="167735" y="2236407"/>
                  </a:lnTo>
                  <a:lnTo>
                    <a:pt x="182874" y="2279532"/>
                  </a:lnTo>
                  <a:lnTo>
                    <a:pt x="198625" y="2322365"/>
                  </a:lnTo>
                  <a:lnTo>
                    <a:pt x="214981" y="2364901"/>
                  </a:lnTo>
                  <a:lnTo>
                    <a:pt x="231938" y="2407136"/>
                  </a:lnTo>
                  <a:lnTo>
                    <a:pt x="249491" y="2449063"/>
                  </a:lnTo>
                  <a:lnTo>
                    <a:pt x="267634" y="2490677"/>
                  </a:lnTo>
                  <a:lnTo>
                    <a:pt x="286362" y="2531974"/>
                  </a:lnTo>
                  <a:lnTo>
                    <a:pt x="305670" y="2572948"/>
                  </a:lnTo>
                  <a:lnTo>
                    <a:pt x="325552" y="2613594"/>
                  </a:lnTo>
                  <a:lnTo>
                    <a:pt x="346004" y="2653906"/>
                  </a:lnTo>
                  <a:lnTo>
                    <a:pt x="367019" y="2693880"/>
                  </a:lnTo>
                  <a:lnTo>
                    <a:pt x="388594" y="2733510"/>
                  </a:lnTo>
                  <a:lnTo>
                    <a:pt x="410722" y="2772790"/>
                  </a:lnTo>
                  <a:lnTo>
                    <a:pt x="433399" y="2811717"/>
                  </a:lnTo>
                  <a:lnTo>
                    <a:pt x="456619" y="2850283"/>
                  </a:lnTo>
                  <a:lnTo>
                    <a:pt x="480376" y="2888485"/>
                  </a:lnTo>
                  <a:lnTo>
                    <a:pt x="504666" y="2926316"/>
                  </a:lnTo>
                  <a:lnTo>
                    <a:pt x="529484" y="2963773"/>
                  </a:lnTo>
                  <a:lnTo>
                    <a:pt x="554824" y="3000848"/>
                  </a:lnTo>
                  <a:lnTo>
                    <a:pt x="580680" y="3037538"/>
                  </a:lnTo>
                  <a:lnTo>
                    <a:pt x="607049" y="3073837"/>
                  </a:lnTo>
                  <a:lnTo>
                    <a:pt x="633923" y="3109739"/>
                  </a:lnTo>
                  <a:lnTo>
                    <a:pt x="661299" y="3145240"/>
                  </a:lnTo>
                  <a:lnTo>
                    <a:pt x="689171" y="3180333"/>
                  </a:lnTo>
                  <a:lnTo>
                    <a:pt x="717534" y="3215015"/>
                  </a:lnTo>
                  <a:lnTo>
                    <a:pt x="746381" y="3249280"/>
                  </a:lnTo>
                  <a:lnTo>
                    <a:pt x="775710" y="3283122"/>
                  </a:lnTo>
                  <a:lnTo>
                    <a:pt x="805513" y="3316536"/>
                  </a:lnTo>
                  <a:lnTo>
                    <a:pt x="835786" y="3349517"/>
                  </a:lnTo>
                  <a:lnTo>
                    <a:pt x="866523" y="3382060"/>
                  </a:lnTo>
                  <a:lnTo>
                    <a:pt x="897720" y="3414159"/>
                  </a:lnTo>
                  <a:lnTo>
                    <a:pt x="929370" y="3445810"/>
                  </a:lnTo>
                  <a:lnTo>
                    <a:pt x="961470" y="3477007"/>
                  </a:lnTo>
                  <a:lnTo>
                    <a:pt x="994013" y="3507744"/>
                  </a:lnTo>
                  <a:lnTo>
                    <a:pt x="1026994" y="3538017"/>
                  </a:lnTo>
                  <a:lnTo>
                    <a:pt x="1060408" y="3567820"/>
                  </a:lnTo>
                  <a:lnTo>
                    <a:pt x="1094250" y="3597148"/>
                  </a:lnTo>
                  <a:lnTo>
                    <a:pt x="1128514" y="3625996"/>
                  </a:lnTo>
                  <a:lnTo>
                    <a:pt x="1163196" y="3654359"/>
                  </a:lnTo>
                  <a:lnTo>
                    <a:pt x="1198290" y="3682231"/>
                  </a:lnTo>
                  <a:lnTo>
                    <a:pt x="1233791" y="3709606"/>
                  </a:lnTo>
                  <a:lnTo>
                    <a:pt x="1269693" y="3736481"/>
                  </a:lnTo>
                  <a:lnTo>
                    <a:pt x="1305992" y="3762849"/>
                  </a:lnTo>
                  <a:lnTo>
                    <a:pt x="1342681" y="3788706"/>
                  </a:lnTo>
                  <a:lnTo>
                    <a:pt x="1379757" y="3814046"/>
                  </a:lnTo>
                  <a:lnTo>
                    <a:pt x="1417213" y="3838863"/>
                  </a:lnTo>
                  <a:lnTo>
                    <a:pt x="1455045" y="3863154"/>
                  </a:lnTo>
                  <a:lnTo>
                    <a:pt x="1493247" y="3886911"/>
                  </a:lnTo>
                  <a:lnTo>
                    <a:pt x="1531813" y="3910131"/>
                  </a:lnTo>
                  <a:lnTo>
                    <a:pt x="1570739" y="3932807"/>
                  </a:lnTo>
                  <a:lnTo>
                    <a:pt x="1610020" y="3954936"/>
                  </a:lnTo>
                  <a:lnTo>
                    <a:pt x="1649650" y="3976510"/>
                  </a:lnTo>
                  <a:lnTo>
                    <a:pt x="1689623" y="3997526"/>
                  </a:lnTo>
                  <a:lnTo>
                    <a:pt x="1729936" y="4017978"/>
                  </a:lnTo>
                  <a:lnTo>
                    <a:pt x="1770582" y="4037860"/>
                  </a:lnTo>
                  <a:lnTo>
                    <a:pt x="1811555" y="4057168"/>
                  </a:lnTo>
                  <a:lnTo>
                    <a:pt x="1852852" y="4075896"/>
                  </a:lnTo>
                  <a:lnTo>
                    <a:pt x="1894467" y="4094039"/>
                  </a:lnTo>
                  <a:lnTo>
                    <a:pt x="1936394" y="4111592"/>
                  </a:lnTo>
                  <a:lnTo>
                    <a:pt x="1978628" y="4128549"/>
                  </a:lnTo>
                  <a:lnTo>
                    <a:pt x="2021165" y="4144905"/>
                  </a:lnTo>
                  <a:lnTo>
                    <a:pt x="2063998" y="4160655"/>
                  </a:lnTo>
                  <a:lnTo>
                    <a:pt x="2107122" y="4175794"/>
                  </a:lnTo>
                  <a:lnTo>
                    <a:pt x="2150533" y="4190317"/>
                  </a:lnTo>
                  <a:lnTo>
                    <a:pt x="2194225" y="4204218"/>
                  </a:lnTo>
                  <a:lnTo>
                    <a:pt x="2238193" y="4217491"/>
                  </a:lnTo>
                  <a:lnTo>
                    <a:pt x="2282431" y="4230133"/>
                  </a:lnTo>
                  <a:lnTo>
                    <a:pt x="2326934" y="4242137"/>
                  </a:lnTo>
                  <a:lnTo>
                    <a:pt x="2371697" y="4253499"/>
                  </a:lnTo>
                  <a:lnTo>
                    <a:pt x="2376727" y="4254696"/>
                  </a:lnTo>
                </a:path>
                <a:path w="6238240" h="4344034">
                  <a:moveTo>
                    <a:pt x="3861274" y="4254696"/>
                  </a:moveTo>
                  <a:lnTo>
                    <a:pt x="3911067" y="4242137"/>
                  </a:lnTo>
                  <a:lnTo>
                    <a:pt x="3955571" y="4230133"/>
                  </a:lnTo>
                  <a:lnTo>
                    <a:pt x="3999809" y="4217491"/>
                  </a:lnTo>
                  <a:lnTo>
                    <a:pt x="4043776" y="4204218"/>
                  </a:lnTo>
                  <a:lnTo>
                    <a:pt x="4087468" y="4190317"/>
                  </a:lnTo>
                  <a:lnTo>
                    <a:pt x="4130879" y="4175794"/>
                  </a:lnTo>
                  <a:lnTo>
                    <a:pt x="4174003" y="4160655"/>
                  </a:lnTo>
                  <a:lnTo>
                    <a:pt x="4216836" y="4144905"/>
                  </a:lnTo>
                  <a:lnTo>
                    <a:pt x="4259373" y="4128549"/>
                  </a:lnTo>
                  <a:lnTo>
                    <a:pt x="4301607" y="4111592"/>
                  </a:lnTo>
                  <a:lnTo>
                    <a:pt x="4343534" y="4094039"/>
                  </a:lnTo>
                  <a:lnTo>
                    <a:pt x="4385149" y="4075896"/>
                  </a:lnTo>
                  <a:lnTo>
                    <a:pt x="4426446" y="4057168"/>
                  </a:lnTo>
                  <a:lnTo>
                    <a:pt x="4467420" y="4037860"/>
                  </a:lnTo>
                  <a:lnTo>
                    <a:pt x="4508066" y="4017978"/>
                  </a:lnTo>
                  <a:lnTo>
                    <a:pt x="4548378" y="3997526"/>
                  </a:lnTo>
                  <a:lnTo>
                    <a:pt x="4588352" y="3976510"/>
                  </a:lnTo>
                  <a:lnTo>
                    <a:pt x="4627981" y="3954936"/>
                  </a:lnTo>
                  <a:lnTo>
                    <a:pt x="4667262" y="3932807"/>
                  </a:lnTo>
                  <a:lnTo>
                    <a:pt x="4706188" y="3910131"/>
                  </a:lnTo>
                  <a:lnTo>
                    <a:pt x="4744755" y="3886911"/>
                  </a:lnTo>
                  <a:lnTo>
                    <a:pt x="4782956" y="3863154"/>
                  </a:lnTo>
                  <a:lnTo>
                    <a:pt x="4820788" y="3838863"/>
                  </a:lnTo>
                  <a:lnTo>
                    <a:pt x="4858244" y="3814046"/>
                  </a:lnTo>
                  <a:lnTo>
                    <a:pt x="4895320" y="3788706"/>
                  </a:lnTo>
                  <a:lnTo>
                    <a:pt x="4932009" y="3762849"/>
                  </a:lnTo>
                  <a:lnTo>
                    <a:pt x="4968308" y="3736481"/>
                  </a:lnTo>
                  <a:lnTo>
                    <a:pt x="5004210" y="3709606"/>
                  </a:lnTo>
                  <a:lnTo>
                    <a:pt x="5039711" y="3682231"/>
                  </a:lnTo>
                  <a:lnTo>
                    <a:pt x="5074805" y="3654359"/>
                  </a:lnTo>
                  <a:lnTo>
                    <a:pt x="5109487" y="3625996"/>
                  </a:lnTo>
                  <a:lnTo>
                    <a:pt x="5143751" y="3597148"/>
                  </a:lnTo>
                  <a:lnTo>
                    <a:pt x="5177593" y="3567820"/>
                  </a:lnTo>
                  <a:lnTo>
                    <a:pt x="5211008" y="3538017"/>
                  </a:lnTo>
                  <a:lnTo>
                    <a:pt x="5243989" y="3507744"/>
                  </a:lnTo>
                  <a:lnTo>
                    <a:pt x="5276532" y="3477007"/>
                  </a:lnTo>
                  <a:lnTo>
                    <a:pt x="5308631" y="3445810"/>
                  </a:lnTo>
                  <a:lnTo>
                    <a:pt x="5340282" y="3414159"/>
                  </a:lnTo>
                  <a:lnTo>
                    <a:pt x="5371478" y="3382060"/>
                  </a:lnTo>
                  <a:lnTo>
                    <a:pt x="5402216" y="3349517"/>
                  </a:lnTo>
                  <a:lnTo>
                    <a:pt x="5432488" y="3316536"/>
                  </a:lnTo>
                  <a:lnTo>
                    <a:pt x="5462292" y="3283122"/>
                  </a:lnTo>
                  <a:lnTo>
                    <a:pt x="5491620" y="3249280"/>
                  </a:lnTo>
                  <a:lnTo>
                    <a:pt x="5520468" y="3215015"/>
                  </a:lnTo>
                  <a:lnTo>
                    <a:pt x="5548830" y="3180333"/>
                  </a:lnTo>
                  <a:lnTo>
                    <a:pt x="5576702" y="3145240"/>
                  </a:lnTo>
                  <a:lnTo>
                    <a:pt x="5604078" y="3109739"/>
                  </a:lnTo>
                  <a:lnTo>
                    <a:pt x="5630953" y="3073837"/>
                  </a:lnTo>
                  <a:lnTo>
                    <a:pt x="5657321" y="3037538"/>
                  </a:lnTo>
                  <a:lnTo>
                    <a:pt x="5683178" y="3000848"/>
                  </a:lnTo>
                  <a:lnTo>
                    <a:pt x="5708517" y="2963773"/>
                  </a:lnTo>
                  <a:lnTo>
                    <a:pt x="5733335" y="2926316"/>
                  </a:lnTo>
                  <a:lnTo>
                    <a:pt x="5757625" y="2888485"/>
                  </a:lnTo>
                  <a:lnTo>
                    <a:pt x="5781383" y="2850283"/>
                  </a:lnTo>
                  <a:lnTo>
                    <a:pt x="5804602" y="2811717"/>
                  </a:lnTo>
                  <a:lnTo>
                    <a:pt x="5827279" y="2772790"/>
                  </a:lnTo>
                  <a:lnTo>
                    <a:pt x="5849407" y="2733510"/>
                  </a:lnTo>
                  <a:lnTo>
                    <a:pt x="5870982" y="2693880"/>
                  </a:lnTo>
                  <a:lnTo>
                    <a:pt x="5891998" y="2653906"/>
                  </a:lnTo>
                  <a:lnTo>
                    <a:pt x="5912449" y="2613594"/>
                  </a:lnTo>
                  <a:lnTo>
                    <a:pt x="5932332" y="2572948"/>
                  </a:lnTo>
                  <a:lnTo>
                    <a:pt x="5951639" y="2531974"/>
                  </a:lnTo>
                  <a:lnTo>
                    <a:pt x="5970367" y="2490677"/>
                  </a:lnTo>
                  <a:lnTo>
                    <a:pt x="5988510" y="2449063"/>
                  </a:lnTo>
                  <a:lnTo>
                    <a:pt x="6006063" y="2407136"/>
                  </a:lnTo>
                  <a:lnTo>
                    <a:pt x="6023020" y="2364901"/>
                  </a:lnTo>
                  <a:lnTo>
                    <a:pt x="6039376" y="2322365"/>
                  </a:lnTo>
                  <a:lnTo>
                    <a:pt x="6055127" y="2279532"/>
                  </a:lnTo>
                  <a:lnTo>
                    <a:pt x="6070266" y="2236407"/>
                  </a:lnTo>
                  <a:lnTo>
                    <a:pt x="6084788" y="2192997"/>
                  </a:lnTo>
                  <a:lnTo>
                    <a:pt x="6098689" y="2149305"/>
                  </a:lnTo>
                  <a:lnTo>
                    <a:pt x="6111963" y="2105337"/>
                  </a:lnTo>
                  <a:lnTo>
                    <a:pt x="6124605" y="2061099"/>
                  </a:lnTo>
                  <a:lnTo>
                    <a:pt x="6136609" y="2016596"/>
                  </a:lnTo>
                  <a:lnTo>
                    <a:pt x="6147970" y="1971832"/>
                  </a:lnTo>
                  <a:lnTo>
                    <a:pt x="6158684" y="1926814"/>
                  </a:lnTo>
                  <a:lnTo>
                    <a:pt x="6168744" y="1881546"/>
                  </a:lnTo>
                  <a:lnTo>
                    <a:pt x="6178146" y="1836034"/>
                  </a:lnTo>
                  <a:lnTo>
                    <a:pt x="6186771" y="1790874"/>
                  </a:lnTo>
                  <a:lnTo>
                    <a:pt x="6186897" y="1790286"/>
                  </a:lnTo>
                  <a:lnTo>
                    <a:pt x="6194953" y="1744298"/>
                  </a:lnTo>
                  <a:lnTo>
                    <a:pt x="6202348" y="1698084"/>
                  </a:lnTo>
                  <a:lnTo>
                    <a:pt x="6209064" y="1651647"/>
                  </a:lnTo>
                  <a:lnTo>
                    <a:pt x="6215094" y="1604992"/>
                  </a:lnTo>
                  <a:lnTo>
                    <a:pt x="6220436" y="1558124"/>
                  </a:lnTo>
                  <a:lnTo>
                    <a:pt x="6225038" y="1511491"/>
                  </a:lnTo>
                  <a:lnTo>
                    <a:pt x="6225084" y="1511049"/>
                  </a:lnTo>
                  <a:lnTo>
                    <a:pt x="6229027" y="1463771"/>
                  </a:lnTo>
                  <a:lnTo>
                    <a:pt x="6232267" y="1416296"/>
                  </a:lnTo>
                  <a:lnTo>
                    <a:pt x="6234909" y="1368633"/>
                  </a:lnTo>
                  <a:lnTo>
                    <a:pt x="6236601" y="1320995"/>
                  </a:lnTo>
                  <a:lnTo>
                    <a:pt x="6237774" y="1272741"/>
                  </a:lnTo>
                  <a:lnTo>
                    <a:pt x="6238020" y="1232095"/>
                  </a:lnTo>
                  <a:lnTo>
                    <a:pt x="6237972" y="1224530"/>
                  </a:lnTo>
                  <a:lnTo>
                    <a:pt x="6237729" y="1181296"/>
                  </a:lnTo>
                  <a:lnTo>
                    <a:pt x="6237619" y="1176320"/>
                  </a:lnTo>
                  <a:lnTo>
                    <a:pt x="6236656" y="1130495"/>
                  </a:lnTo>
                  <a:lnTo>
                    <a:pt x="6236548" y="1128286"/>
                  </a:lnTo>
                </a:path>
                <a:path w="6238240" h="4344034">
                  <a:moveTo>
                    <a:pt x="5988582" y="166"/>
                  </a:moveTo>
                  <a:lnTo>
                    <a:pt x="5988502" y="0"/>
                  </a:lnTo>
                </a:path>
              </a:pathLst>
            </a:custGeom>
            <a:ln w="190499">
              <a:solidFill>
                <a:srgbClr val="D89C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583815" y="9703904"/>
              <a:ext cx="1384300" cy="583565"/>
            </a:xfrm>
            <a:custGeom>
              <a:avLst/>
              <a:gdLst/>
              <a:ahLst/>
              <a:cxnLst/>
              <a:rect l="l" t="t" r="r" b="b"/>
              <a:pathLst>
                <a:path w="1384300" h="583565">
                  <a:moveTo>
                    <a:pt x="372529" y="573239"/>
                  </a:moveTo>
                  <a:lnTo>
                    <a:pt x="364959" y="526681"/>
                  </a:lnTo>
                  <a:lnTo>
                    <a:pt x="350062" y="489534"/>
                  </a:lnTo>
                  <a:lnTo>
                    <a:pt x="329463" y="457441"/>
                  </a:lnTo>
                  <a:lnTo>
                    <a:pt x="328307" y="453948"/>
                  </a:lnTo>
                  <a:lnTo>
                    <a:pt x="325970" y="451040"/>
                  </a:lnTo>
                  <a:lnTo>
                    <a:pt x="320154" y="445223"/>
                  </a:lnTo>
                  <a:lnTo>
                    <a:pt x="316077" y="441731"/>
                  </a:lnTo>
                  <a:lnTo>
                    <a:pt x="312013" y="437654"/>
                  </a:lnTo>
                  <a:lnTo>
                    <a:pt x="306184" y="432422"/>
                  </a:lnTo>
                  <a:lnTo>
                    <a:pt x="300951" y="427189"/>
                  </a:lnTo>
                  <a:lnTo>
                    <a:pt x="294551" y="423113"/>
                  </a:lnTo>
                  <a:lnTo>
                    <a:pt x="291058" y="420204"/>
                  </a:lnTo>
                  <a:lnTo>
                    <a:pt x="286981" y="417868"/>
                  </a:lnTo>
                  <a:lnTo>
                    <a:pt x="283502" y="415544"/>
                  </a:lnTo>
                  <a:lnTo>
                    <a:pt x="281165" y="414388"/>
                  </a:lnTo>
                  <a:lnTo>
                    <a:pt x="278841" y="412635"/>
                  </a:lnTo>
                  <a:lnTo>
                    <a:pt x="261353" y="404050"/>
                  </a:lnTo>
                  <a:lnTo>
                    <a:pt x="245529" y="398310"/>
                  </a:lnTo>
                  <a:lnTo>
                    <a:pt x="229057" y="394208"/>
                  </a:lnTo>
                  <a:lnTo>
                    <a:pt x="211924" y="391693"/>
                  </a:lnTo>
                  <a:lnTo>
                    <a:pt x="195897" y="391261"/>
                  </a:lnTo>
                  <a:lnTo>
                    <a:pt x="179260" y="392633"/>
                  </a:lnTo>
                  <a:lnTo>
                    <a:pt x="138404" y="403288"/>
                  </a:lnTo>
                  <a:lnTo>
                    <a:pt x="100126" y="424497"/>
                  </a:lnTo>
                  <a:lnTo>
                    <a:pt x="71056" y="450303"/>
                  </a:lnTo>
                  <a:lnTo>
                    <a:pt x="42011" y="487705"/>
                  </a:lnTo>
                  <a:lnTo>
                    <a:pt x="18034" y="530174"/>
                  </a:lnTo>
                  <a:lnTo>
                    <a:pt x="825" y="578281"/>
                  </a:lnTo>
                  <a:lnTo>
                    <a:pt x="0" y="583107"/>
                  </a:lnTo>
                  <a:lnTo>
                    <a:pt x="371843" y="583107"/>
                  </a:lnTo>
                  <a:lnTo>
                    <a:pt x="372529" y="573239"/>
                  </a:lnTo>
                  <a:close/>
                </a:path>
                <a:path w="1384300" h="583565">
                  <a:moveTo>
                    <a:pt x="1383779" y="179158"/>
                  </a:moveTo>
                  <a:lnTo>
                    <a:pt x="1378165" y="136588"/>
                  </a:lnTo>
                  <a:lnTo>
                    <a:pt x="1363345" y="94488"/>
                  </a:lnTo>
                  <a:lnTo>
                    <a:pt x="1336116" y="54317"/>
                  </a:lnTo>
                  <a:lnTo>
                    <a:pt x="1292237" y="21920"/>
                  </a:lnTo>
                  <a:lnTo>
                    <a:pt x="1244777" y="5308"/>
                  </a:lnTo>
                  <a:lnTo>
                    <a:pt x="1195933" y="0"/>
                  </a:lnTo>
                  <a:lnTo>
                    <a:pt x="1176121" y="660"/>
                  </a:lnTo>
                  <a:lnTo>
                    <a:pt x="1127671" y="10236"/>
                  </a:lnTo>
                  <a:lnTo>
                    <a:pt x="1084110" y="30480"/>
                  </a:lnTo>
                  <a:lnTo>
                    <a:pt x="1051420" y="56959"/>
                  </a:lnTo>
                  <a:lnTo>
                    <a:pt x="1024242" y="90271"/>
                  </a:lnTo>
                  <a:lnTo>
                    <a:pt x="1008659" y="128295"/>
                  </a:lnTo>
                  <a:lnTo>
                    <a:pt x="1003884" y="166497"/>
                  </a:lnTo>
                  <a:lnTo>
                    <a:pt x="1003884" y="170573"/>
                  </a:lnTo>
                  <a:lnTo>
                    <a:pt x="1014603" y="223761"/>
                  </a:lnTo>
                  <a:lnTo>
                    <a:pt x="1037285" y="267208"/>
                  </a:lnTo>
                  <a:lnTo>
                    <a:pt x="1068908" y="302907"/>
                  </a:lnTo>
                  <a:lnTo>
                    <a:pt x="1110195" y="330796"/>
                  </a:lnTo>
                  <a:lnTo>
                    <a:pt x="1152258" y="342811"/>
                  </a:lnTo>
                  <a:lnTo>
                    <a:pt x="1186713" y="347306"/>
                  </a:lnTo>
                  <a:lnTo>
                    <a:pt x="1218374" y="346887"/>
                  </a:lnTo>
                  <a:lnTo>
                    <a:pt x="1272717" y="331749"/>
                  </a:lnTo>
                  <a:lnTo>
                    <a:pt x="1309001" y="306654"/>
                  </a:lnTo>
                  <a:lnTo>
                    <a:pt x="1318094" y="296252"/>
                  </a:lnTo>
                  <a:lnTo>
                    <a:pt x="1322755" y="291604"/>
                  </a:lnTo>
                  <a:lnTo>
                    <a:pt x="1326248" y="286372"/>
                  </a:lnTo>
                  <a:lnTo>
                    <a:pt x="1330325" y="281127"/>
                  </a:lnTo>
                  <a:lnTo>
                    <a:pt x="1335557" y="274142"/>
                  </a:lnTo>
                  <a:lnTo>
                    <a:pt x="1338465" y="270078"/>
                  </a:lnTo>
                  <a:lnTo>
                    <a:pt x="1341374" y="266585"/>
                  </a:lnTo>
                  <a:lnTo>
                    <a:pt x="1344282" y="262509"/>
                  </a:lnTo>
                  <a:lnTo>
                    <a:pt x="1372603" y="223558"/>
                  </a:lnTo>
                  <a:lnTo>
                    <a:pt x="1382077" y="194970"/>
                  </a:lnTo>
                  <a:lnTo>
                    <a:pt x="1383779" y="179158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54970" y="9675561"/>
              <a:ext cx="156074" cy="16953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6117519" y="8747810"/>
              <a:ext cx="953135" cy="1421765"/>
            </a:xfrm>
            <a:custGeom>
              <a:avLst/>
              <a:gdLst/>
              <a:ahLst/>
              <a:cxnLst/>
              <a:rect l="l" t="t" r="r" b="b"/>
              <a:pathLst>
                <a:path w="953134" h="1421765">
                  <a:moveTo>
                    <a:pt x="275602" y="1286179"/>
                  </a:moveTo>
                  <a:lnTo>
                    <a:pt x="266014" y="1236611"/>
                  </a:lnTo>
                  <a:lnTo>
                    <a:pt x="239750" y="1203477"/>
                  </a:lnTo>
                  <a:lnTo>
                    <a:pt x="239166" y="1201724"/>
                  </a:lnTo>
                  <a:lnTo>
                    <a:pt x="237998" y="1199984"/>
                  </a:lnTo>
                  <a:lnTo>
                    <a:pt x="236258" y="1198232"/>
                  </a:lnTo>
                  <a:lnTo>
                    <a:pt x="232765" y="1193584"/>
                  </a:lnTo>
                  <a:lnTo>
                    <a:pt x="228104" y="1190091"/>
                  </a:lnTo>
                  <a:lnTo>
                    <a:pt x="224028" y="1186599"/>
                  </a:lnTo>
                  <a:lnTo>
                    <a:pt x="218503" y="1182547"/>
                  </a:lnTo>
                  <a:lnTo>
                    <a:pt x="183642" y="1167130"/>
                  </a:lnTo>
                  <a:lnTo>
                    <a:pt x="131508" y="1160411"/>
                  </a:lnTo>
                  <a:lnTo>
                    <a:pt x="118440" y="1161707"/>
                  </a:lnTo>
                  <a:lnTo>
                    <a:pt x="80302" y="1174965"/>
                  </a:lnTo>
                  <a:lnTo>
                    <a:pt x="46405" y="1200277"/>
                  </a:lnTo>
                  <a:lnTo>
                    <a:pt x="18630" y="1236065"/>
                  </a:lnTo>
                  <a:lnTo>
                    <a:pt x="1524" y="1281557"/>
                  </a:lnTo>
                  <a:lnTo>
                    <a:pt x="0" y="1297152"/>
                  </a:lnTo>
                  <a:lnTo>
                    <a:pt x="647" y="1314564"/>
                  </a:lnTo>
                  <a:lnTo>
                    <a:pt x="15138" y="1364081"/>
                  </a:lnTo>
                  <a:lnTo>
                    <a:pt x="44424" y="1397876"/>
                  </a:lnTo>
                  <a:lnTo>
                    <a:pt x="90271" y="1418844"/>
                  </a:lnTo>
                  <a:lnTo>
                    <a:pt x="108102" y="1421206"/>
                  </a:lnTo>
                  <a:lnTo>
                    <a:pt x="126860" y="1421104"/>
                  </a:lnTo>
                  <a:lnTo>
                    <a:pt x="165188" y="1414195"/>
                  </a:lnTo>
                  <a:lnTo>
                    <a:pt x="201345" y="1398993"/>
                  </a:lnTo>
                  <a:lnTo>
                    <a:pt x="235597" y="1374546"/>
                  </a:lnTo>
                  <a:lnTo>
                    <a:pt x="258800" y="1344307"/>
                  </a:lnTo>
                  <a:lnTo>
                    <a:pt x="274269" y="1303134"/>
                  </a:lnTo>
                  <a:lnTo>
                    <a:pt x="275602" y="1286179"/>
                  </a:lnTo>
                  <a:close/>
                </a:path>
                <a:path w="953134" h="1421765">
                  <a:moveTo>
                    <a:pt x="406095" y="578154"/>
                  </a:moveTo>
                  <a:lnTo>
                    <a:pt x="398868" y="537743"/>
                  </a:lnTo>
                  <a:lnTo>
                    <a:pt x="394525" y="527316"/>
                  </a:lnTo>
                  <a:lnTo>
                    <a:pt x="393941" y="524992"/>
                  </a:lnTo>
                  <a:lnTo>
                    <a:pt x="392785" y="522655"/>
                  </a:lnTo>
                  <a:lnTo>
                    <a:pt x="393369" y="515683"/>
                  </a:lnTo>
                  <a:lnTo>
                    <a:pt x="392201" y="509282"/>
                  </a:lnTo>
                  <a:lnTo>
                    <a:pt x="388124" y="504037"/>
                  </a:lnTo>
                  <a:lnTo>
                    <a:pt x="384048" y="498221"/>
                  </a:lnTo>
                  <a:lnTo>
                    <a:pt x="379399" y="492404"/>
                  </a:lnTo>
                  <a:lnTo>
                    <a:pt x="347611" y="454723"/>
                  </a:lnTo>
                  <a:lnTo>
                    <a:pt x="306298" y="424688"/>
                  </a:lnTo>
                  <a:lnTo>
                    <a:pt x="257200" y="410933"/>
                  </a:lnTo>
                  <a:lnTo>
                    <a:pt x="241414" y="411073"/>
                  </a:lnTo>
                  <a:lnTo>
                    <a:pt x="189699" y="424903"/>
                  </a:lnTo>
                  <a:lnTo>
                    <a:pt x="150418" y="448551"/>
                  </a:lnTo>
                  <a:lnTo>
                    <a:pt x="118706" y="478434"/>
                  </a:lnTo>
                  <a:lnTo>
                    <a:pt x="85102" y="529094"/>
                  </a:lnTo>
                  <a:lnTo>
                    <a:pt x="68084" y="577938"/>
                  </a:lnTo>
                  <a:lnTo>
                    <a:pt x="65468" y="612419"/>
                  </a:lnTo>
                  <a:lnTo>
                    <a:pt x="66776" y="631126"/>
                  </a:lnTo>
                  <a:lnTo>
                    <a:pt x="78270" y="679043"/>
                  </a:lnTo>
                  <a:lnTo>
                    <a:pt x="97904" y="718388"/>
                  </a:lnTo>
                  <a:lnTo>
                    <a:pt x="123075" y="749604"/>
                  </a:lnTo>
                  <a:lnTo>
                    <a:pt x="162064" y="779487"/>
                  </a:lnTo>
                  <a:lnTo>
                    <a:pt x="207772" y="787857"/>
                  </a:lnTo>
                  <a:lnTo>
                    <a:pt x="226072" y="785672"/>
                  </a:lnTo>
                  <a:lnTo>
                    <a:pt x="262432" y="773455"/>
                  </a:lnTo>
                  <a:lnTo>
                    <a:pt x="308483" y="743483"/>
                  </a:lnTo>
                  <a:lnTo>
                    <a:pt x="354965" y="697814"/>
                  </a:lnTo>
                  <a:lnTo>
                    <a:pt x="356704" y="696061"/>
                  </a:lnTo>
                  <a:lnTo>
                    <a:pt x="358444" y="693737"/>
                  </a:lnTo>
                  <a:lnTo>
                    <a:pt x="360197" y="691997"/>
                  </a:lnTo>
                  <a:lnTo>
                    <a:pt x="367588" y="682510"/>
                  </a:lnTo>
                  <a:lnTo>
                    <a:pt x="393788" y="638263"/>
                  </a:lnTo>
                  <a:lnTo>
                    <a:pt x="405003" y="594817"/>
                  </a:lnTo>
                  <a:lnTo>
                    <a:pt x="405904" y="586511"/>
                  </a:lnTo>
                  <a:lnTo>
                    <a:pt x="406095" y="578154"/>
                  </a:lnTo>
                  <a:close/>
                </a:path>
                <a:path w="953134" h="1421765">
                  <a:moveTo>
                    <a:pt x="854811" y="625398"/>
                  </a:moveTo>
                  <a:lnTo>
                    <a:pt x="847598" y="575424"/>
                  </a:lnTo>
                  <a:lnTo>
                    <a:pt x="821715" y="537794"/>
                  </a:lnTo>
                  <a:lnTo>
                    <a:pt x="812330" y="530809"/>
                  </a:lnTo>
                  <a:lnTo>
                    <a:pt x="810577" y="529056"/>
                  </a:lnTo>
                  <a:lnTo>
                    <a:pt x="807085" y="527316"/>
                  </a:lnTo>
                  <a:lnTo>
                    <a:pt x="804176" y="525576"/>
                  </a:lnTo>
                  <a:lnTo>
                    <a:pt x="797191" y="519747"/>
                  </a:lnTo>
                  <a:lnTo>
                    <a:pt x="793127" y="516839"/>
                  </a:lnTo>
                  <a:lnTo>
                    <a:pt x="787882" y="513537"/>
                  </a:lnTo>
                  <a:lnTo>
                    <a:pt x="781697" y="510514"/>
                  </a:lnTo>
                  <a:lnTo>
                    <a:pt x="774547" y="507593"/>
                  </a:lnTo>
                  <a:lnTo>
                    <a:pt x="766356" y="504621"/>
                  </a:lnTo>
                  <a:lnTo>
                    <a:pt x="764616" y="503453"/>
                  </a:lnTo>
                  <a:lnTo>
                    <a:pt x="762279" y="503453"/>
                  </a:lnTo>
                  <a:lnTo>
                    <a:pt x="759371" y="502881"/>
                  </a:lnTo>
                  <a:lnTo>
                    <a:pt x="743077" y="500811"/>
                  </a:lnTo>
                  <a:lnTo>
                    <a:pt x="690130" y="512191"/>
                  </a:lnTo>
                  <a:lnTo>
                    <a:pt x="655701" y="537794"/>
                  </a:lnTo>
                  <a:lnTo>
                    <a:pt x="631228" y="572973"/>
                  </a:lnTo>
                  <a:lnTo>
                    <a:pt x="617969" y="621004"/>
                  </a:lnTo>
                  <a:lnTo>
                    <a:pt x="618058" y="637844"/>
                  </a:lnTo>
                  <a:lnTo>
                    <a:pt x="628446" y="683260"/>
                  </a:lnTo>
                  <a:lnTo>
                    <a:pt x="646353" y="719607"/>
                  </a:lnTo>
                  <a:lnTo>
                    <a:pt x="681316" y="748563"/>
                  </a:lnTo>
                  <a:lnTo>
                    <a:pt x="728535" y="756577"/>
                  </a:lnTo>
                  <a:lnTo>
                    <a:pt x="745083" y="755167"/>
                  </a:lnTo>
                  <a:lnTo>
                    <a:pt x="793699" y="739127"/>
                  </a:lnTo>
                  <a:lnTo>
                    <a:pt x="823976" y="713917"/>
                  </a:lnTo>
                  <a:lnTo>
                    <a:pt x="844042" y="679475"/>
                  </a:lnTo>
                  <a:lnTo>
                    <a:pt x="853998" y="635254"/>
                  </a:lnTo>
                  <a:lnTo>
                    <a:pt x="854811" y="625398"/>
                  </a:lnTo>
                  <a:close/>
                </a:path>
                <a:path w="953134" h="1421765">
                  <a:moveTo>
                    <a:pt x="952563" y="146761"/>
                  </a:moveTo>
                  <a:lnTo>
                    <a:pt x="945146" y="108572"/>
                  </a:lnTo>
                  <a:lnTo>
                    <a:pt x="925791" y="69367"/>
                  </a:lnTo>
                  <a:lnTo>
                    <a:pt x="923467" y="65874"/>
                  </a:lnTo>
                  <a:lnTo>
                    <a:pt x="918756" y="57594"/>
                  </a:lnTo>
                  <a:lnTo>
                    <a:pt x="888771" y="23545"/>
                  </a:lnTo>
                  <a:lnTo>
                    <a:pt x="842657" y="2159"/>
                  </a:lnTo>
                  <a:lnTo>
                    <a:pt x="827341" y="0"/>
                  </a:lnTo>
                  <a:lnTo>
                    <a:pt x="811745" y="127"/>
                  </a:lnTo>
                  <a:lnTo>
                    <a:pt x="768680" y="12344"/>
                  </a:lnTo>
                  <a:lnTo>
                    <a:pt x="730796" y="47625"/>
                  </a:lnTo>
                  <a:lnTo>
                    <a:pt x="710857" y="83693"/>
                  </a:lnTo>
                  <a:lnTo>
                    <a:pt x="699008" y="123850"/>
                  </a:lnTo>
                  <a:lnTo>
                    <a:pt x="697496" y="140106"/>
                  </a:lnTo>
                  <a:lnTo>
                    <a:pt x="697763" y="149809"/>
                  </a:lnTo>
                  <a:lnTo>
                    <a:pt x="707809" y="193052"/>
                  </a:lnTo>
                  <a:lnTo>
                    <a:pt x="719810" y="217754"/>
                  </a:lnTo>
                  <a:lnTo>
                    <a:pt x="722134" y="221818"/>
                  </a:lnTo>
                  <a:lnTo>
                    <a:pt x="725043" y="225894"/>
                  </a:lnTo>
                  <a:lnTo>
                    <a:pt x="727951" y="229387"/>
                  </a:lnTo>
                  <a:lnTo>
                    <a:pt x="732028" y="236372"/>
                  </a:lnTo>
                  <a:lnTo>
                    <a:pt x="771156" y="256806"/>
                  </a:lnTo>
                  <a:lnTo>
                    <a:pt x="810945" y="262051"/>
                  </a:lnTo>
                  <a:lnTo>
                    <a:pt x="818311" y="261797"/>
                  </a:lnTo>
                  <a:lnTo>
                    <a:pt x="860742" y="254114"/>
                  </a:lnTo>
                  <a:lnTo>
                    <a:pt x="883894" y="244513"/>
                  </a:lnTo>
                  <a:lnTo>
                    <a:pt x="887971" y="242189"/>
                  </a:lnTo>
                  <a:lnTo>
                    <a:pt x="892632" y="239280"/>
                  </a:lnTo>
                  <a:lnTo>
                    <a:pt x="896696" y="236956"/>
                  </a:lnTo>
                  <a:lnTo>
                    <a:pt x="903960" y="231800"/>
                  </a:lnTo>
                  <a:lnTo>
                    <a:pt x="933208" y="201599"/>
                  </a:lnTo>
                  <a:lnTo>
                    <a:pt x="950772" y="161277"/>
                  </a:lnTo>
                  <a:lnTo>
                    <a:pt x="951979" y="151993"/>
                  </a:lnTo>
                  <a:lnTo>
                    <a:pt x="952563" y="146761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1894" y="8774694"/>
              <a:ext cx="252499" cy="24700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7126522" y="9345104"/>
              <a:ext cx="1162050" cy="942340"/>
            </a:xfrm>
            <a:custGeom>
              <a:avLst/>
              <a:gdLst/>
              <a:ahLst/>
              <a:cxnLst/>
              <a:rect l="l" t="t" r="r" b="b"/>
              <a:pathLst>
                <a:path w="1162050" h="942340">
                  <a:moveTo>
                    <a:pt x="249631" y="123786"/>
                  </a:moveTo>
                  <a:lnTo>
                    <a:pt x="243255" y="85255"/>
                  </a:lnTo>
                  <a:lnTo>
                    <a:pt x="224574" y="50825"/>
                  </a:lnTo>
                  <a:lnTo>
                    <a:pt x="192620" y="22390"/>
                  </a:lnTo>
                  <a:lnTo>
                    <a:pt x="180390" y="16725"/>
                  </a:lnTo>
                  <a:lnTo>
                    <a:pt x="172237" y="12649"/>
                  </a:lnTo>
                  <a:lnTo>
                    <a:pt x="126949" y="546"/>
                  </a:lnTo>
                  <a:lnTo>
                    <a:pt x="113258" y="0"/>
                  </a:lnTo>
                  <a:lnTo>
                    <a:pt x="99656" y="546"/>
                  </a:lnTo>
                  <a:lnTo>
                    <a:pt x="62268" y="10325"/>
                  </a:lnTo>
                  <a:lnTo>
                    <a:pt x="28295" y="40868"/>
                  </a:lnTo>
                  <a:lnTo>
                    <a:pt x="5245" y="87134"/>
                  </a:lnTo>
                  <a:lnTo>
                    <a:pt x="0" y="137388"/>
                  </a:lnTo>
                  <a:lnTo>
                    <a:pt x="4584" y="162496"/>
                  </a:lnTo>
                  <a:lnTo>
                    <a:pt x="28054" y="209524"/>
                  </a:lnTo>
                  <a:lnTo>
                    <a:pt x="69126" y="243433"/>
                  </a:lnTo>
                  <a:lnTo>
                    <a:pt x="116268" y="256489"/>
                  </a:lnTo>
                  <a:lnTo>
                    <a:pt x="139001" y="255803"/>
                  </a:lnTo>
                  <a:lnTo>
                    <a:pt x="161201" y="251091"/>
                  </a:lnTo>
                  <a:lnTo>
                    <a:pt x="182130" y="242493"/>
                  </a:lnTo>
                  <a:lnTo>
                    <a:pt x="184467" y="241338"/>
                  </a:lnTo>
                  <a:lnTo>
                    <a:pt x="186791" y="239585"/>
                  </a:lnTo>
                  <a:lnTo>
                    <a:pt x="189115" y="238429"/>
                  </a:lnTo>
                  <a:lnTo>
                    <a:pt x="221195" y="208889"/>
                  </a:lnTo>
                  <a:lnTo>
                    <a:pt x="242036" y="167487"/>
                  </a:lnTo>
                  <a:lnTo>
                    <a:pt x="248907" y="132715"/>
                  </a:lnTo>
                  <a:lnTo>
                    <a:pt x="249631" y="123786"/>
                  </a:lnTo>
                  <a:close/>
                </a:path>
                <a:path w="1162050" h="942340">
                  <a:moveTo>
                    <a:pt x="516877" y="932040"/>
                  </a:moveTo>
                  <a:lnTo>
                    <a:pt x="509308" y="885482"/>
                  </a:lnTo>
                  <a:lnTo>
                    <a:pt x="494411" y="848334"/>
                  </a:lnTo>
                  <a:lnTo>
                    <a:pt x="473811" y="816241"/>
                  </a:lnTo>
                  <a:lnTo>
                    <a:pt x="472643" y="812749"/>
                  </a:lnTo>
                  <a:lnTo>
                    <a:pt x="470319" y="809840"/>
                  </a:lnTo>
                  <a:lnTo>
                    <a:pt x="464502" y="804024"/>
                  </a:lnTo>
                  <a:lnTo>
                    <a:pt x="460425" y="800531"/>
                  </a:lnTo>
                  <a:lnTo>
                    <a:pt x="456361" y="796455"/>
                  </a:lnTo>
                  <a:lnTo>
                    <a:pt x="450532" y="791222"/>
                  </a:lnTo>
                  <a:lnTo>
                    <a:pt x="445300" y="785990"/>
                  </a:lnTo>
                  <a:lnTo>
                    <a:pt x="438899" y="781913"/>
                  </a:lnTo>
                  <a:lnTo>
                    <a:pt x="435406" y="779005"/>
                  </a:lnTo>
                  <a:lnTo>
                    <a:pt x="431330" y="776668"/>
                  </a:lnTo>
                  <a:lnTo>
                    <a:pt x="427837" y="774344"/>
                  </a:lnTo>
                  <a:lnTo>
                    <a:pt x="425513" y="773188"/>
                  </a:lnTo>
                  <a:lnTo>
                    <a:pt x="423189" y="771436"/>
                  </a:lnTo>
                  <a:lnTo>
                    <a:pt x="405701" y="762850"/>
                  </a:lnTo>
                  <a:lnTo>
                    <a:pt x="389877" y="757110"/>
                  </a:lnTo>
                  <a:lnTo>
                    <a:pt x="373405" y="753008"/>
                  </a:lnTo>
                  <a:lnTo>
                    <a:pt x="356273" y="750493"/>
                  </a:lnTo>
                  <a:lnTo>
                    <a:pt x="340245" y="750062"/>
                  </a:lnTo>
                  <a:lnTo>
                    <a:pt x="323608" y="751433"/>
                  </a:lnTo>
                  <a:lnTo>
                    <a:pt x="282752" y="762088"/>
                  </a:lnTo>
                  <a:lnTo>
                    <a:pt x="244475" y="783297"/>
                  </a:lnTo>
                  <a:lnTo>
                    <a:pt x="215404" y="809104"/>
                  </a:lnTo>
                  <a:lnTo>
                    <a:pt x="186359" y="846505"/>
                  </a:lnTo>
                  <a:lnTo>
                    <a:pt x="162382" y="888974"/>
                  </a:lnTo>
                  <a:lnTo>
                    <a:pt x="145173" y="937082"/>
                  </a:lnTo>
                  <a:lnTo>
                    <a:pt x="144348" y="941908"/>
                  </a:lnTo>
                  <a:lnTo>
                    <a:pt x="516191" y="941908"/>
                  </a:lnTo>
                  <a:lnTo>
                    <a:pt x="516877" y="932040"/>
                  </a:lnTo>
                  <a:close/>
                </a:path>
                <a:path w="1162050" h="942340">
                  <a:moveTo>
                    <a:pt x="1161465" y="462724"/>
                  </a:moveTo>
                  <a:lnTo>
                    <a:pt x="1149781" y="503123"/>
                  </a:lnTo>
                  <a:lnTo>
                    <a:pt x="1148219" y="525297"/>
                  </a:lnTo>
                  <a:lnTo>
                    <a:pt x="1148219" y="529374"/>
                  </a:lnTo>
                  <a:lnTo>
                    <a:pt x="1149477" y="548195"/>
                  </a:lnTo>
                  <a:lnTo>
                    <a:pt x="1153388" y="566026"/>
                  </a:lnTo>
                  <a:lnTo>
                    <a:pt x="1158938" y="582561"/>
                  </a:lnTo>
                  <a:lnTo>
                    <a:pt x="1161465" y="588670"/>
                  </a:lnTo>
                  <a:lnTo>
                    <a:pt x="1161465" y="462724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2025" y="9675561"/>
              <a:ext cx="156074" cy="16953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7804575" y="9158744"/>
              <a:ext cx="406400" cy="1010285"/>
            </a:xfrm>
            <a:custGeom>
              <a:avLst/>
              <a:gdLst/>
              <a:ahLst/>
              <a:cxnLst/>
              <a:rect l="l" t="t" r="r" b="b"/>
              <a:pathLst>
                <a:path w="406400" h="1010284">
                  <a:moveTo>
                    <a:pt x="275602" y="875245"/>
                  </a:moveTo>
                  <a:lnTo>
                    <a:pt x="266014" y="825677"/>
                  </a:lnTo>
                  <a:lnTo>
                    <a:pt x="239737" y="792543"/>
                  </a:lnTo>
                  <a:lnTo>
                    <a:pt x="239166" y="790790"/>
                  </a:lnTo>
                  <a:lnTo>
                    <a:pt x="237998" y="789051"/>
                  </a:lnTo>
                  <a:lnTo>
                    <a:pt x="236258" y="787298"/>
                  </a:lnTo>
                  <a:lnTo>
                    <a:pt x="232765" y="782650"/>
                  </a:lnTo>
                  <a:lnTo>
                    <a:pt x="228104" y="779157"/>
                  </a:lnTo>
                  <a:lnTo>
                    <a:pt x="224028" y="775665"/>
                  </a:lnTo>
                  <a:lnTo>
                    <a:pt x="218503" y="771613"/>
                  </a:lnTo>
                  <a:lnTo>
                    <a:pt x="183642" y="756196"/>
                  </a:lnTo>
                  <a:lnTo>
                    <a:pt x="131508" y="749477"/>
                  </a:lnTo>
                  <a:lnTo>
                    <a:pt x="118440" y="750773"/>
                  </a:lnTo>
                  <a:lnTo>
                    <a:pt x="80302" y="764032"/>
                  </a:lnTo>
                  <a:lnTo>
                    <a:pt x="46405" y="789343"/>
                  </a:lnTo>
                  <a:lnTo>
                    <a:pt x="18630" y="825131"/>
                  </a:lnTo>
                  <a:lnTo>
                    <a:pt x="1524" y="870623"/>
                  </a:lnTo>
                  <a:lnTo>
                    <a:pt x="0" y="886218"/>
                  </a:lnTo>
                  <a:lnTo>
                    <a:pt x="647" y="903630"/>
                  </a:lnTo>
                  <a:lnTo>
                    <a:pt x="15138" y="953147"/>
                  </a:lnTo>
                  <a:lnTo>
                    <a:pt x="44424" y="986942"/>
                  </a:lnTo>
                  <a:lnTo>
                    <a:pt x="90271" y="1007910"/>
                  </a:lnTo>
                  <a:lnTo>
                    <a:pt x="108102" y="1010272"/>
                  </a:lnTo>
                  <a:lnTo>
                    <a:pt x="126860" y="1010170"/>
                  </a:lnTo>
                  <a:lnTo>
                    <a:pt x="165188" y="1003261"/>
                  </a:lnTo>
                  <a:lnTo>
                    <a:pt x="201333" y="988060"/>
                  </a:lnTo>
                  <a:lnTo>
                    <a:pt x="235597" y="963612"/>
                  </a:lnTo>
                  <a:lnTo>
                    <a:pt x="258800" y="933373"/>
                  </a:lnTo>
                  <a:lnTo>
                    <a:pt x="274269" y="892200"/>
                  </a:lnTo>
                  <a:lnTo>
                    <a:pt x="275602" y="875245"/>
                  </a:lnTo>
                  <a:close/>
                </a:path>
                <a:path w="406400" h="1010284">
                  <a:moveTo>
                    <a:pt x="406095" y="167220"/>
                  </a:moveTo>
                  <a:lnTo>
                    <a:pt x="398868" y="126809"/>
                  </a:lnTo>
                  <a:lnTo>
                    <a:pt x="394525" y="116382"/>
                  </a:lnTo>
                  <a:lnTo>
                    <a:pt x="393941" y="114058"/>
                  </a:lnTo>
                  <a:lnTo>
                    <a:pt x="392785" y="111721"/>
                  </a:lnTo>
                  <a:lnTo>
                    <a:pt x="393357" y="104749"/>
                  </a:lnTo>
                  <a:lnTo>
                    <a:pt x="392201" y="98348"/>
                  </a:lnTo>
                  <a:lnTo>
                    <a:pt x="388124" y="93103"/>
                  </a:lnTo>
                  <a:lnTo>
                    <a:pt x="384048" y="87287"/>
                  </a:lnTo>
                  <a:lnTo>
                    <a:pt x="379399" y="81470"/>
                  </a:lnTo>
                  <a:lnTo>
                    <a:pt x="347611" y="43789"/>
                  </a:lnTo>
                  <a:lnTo>
                    <a:pt x="306298" y="13754"/>
                  </a:lnTo>
                  <a:lnTo>
                    <a:pt x="257200" y="0"/>
                  </a:lnTo>
                  <a:lnTo>
                    <a:pt x="241414" y="139"/>
                  </a:lnTo>
                  <a:lnTo>
                    <a:pt x="189699" y="13970"/>
                  </a:lnTo>
                  <a:lnTo>
                    <a:pt x="150418" y="37617"/>
                  </a:lnTo>
                  <a:lnTo>
                    <a:pt x="118706" y="67500"/>
                  </a:lnTo>
                  <a:lnTo>
                    <a:pt x="85102" y="118160"/>
                  </a:lnTo>
                  <a:lnTo>
                    <a:pt x="68084" y="167005"/>
                  </a:lnTo>
                  <a:lnTo>
                    <a:pt x="65468" y="201485"/>
                  </a:lnTo>
                  <a:lnTo>
                    <a:pt x="66776" y="220192"/>
                  </a:lnTo>
                  <a:lnTo>
                    <a:pt x="78270" y="268109"/>
                  </a:lnTo>
                  <a:lnTo>
                    <a:pt x="97904" y="307454"/>
                  </a:lnTo>
                  <a:lnTo>
                    <a:pt x="123075" y="338670"/>
                  </a:lnTo>
                  <a:lnTo>
                    <a:pt x="162064" y="368554"/>
                  </a:lnTo>
                  <a:lnTo>
                    <a:pt x="207772" y="376923"/>
                  </a:lnTo>
                  <a:lnTo>
                    <a:pt x="226072" y="374738"/>
                  </a:lnTo>
                  <a:lnTo>
                    <a:pt x="262432" y="362521"/>
                  </a:lnTo>
                  <a:lnTo>
                    <a:pt x="308483" y="332549"/>
                  </a:lnTo>
                  <a:lnTo>
                    <a:pt x="354952" y="286880"/>
                  </a:lnTo>
                  <a:lnTo>
                    <a:pt x="356704" y="285127"/>
                  </a:lnTo>
                  <a:lnTo>
                    <a:pt x="358444" y="282803"/>
                  </a:lnTo>
                  <a:lnTo>
                    <a:pt x="360197" y="281063"/>
                  </a:lnTo>
                  <a:lnTo>
                    <a:pt x="367588" y="271576"/>
                  </a:lnTo>
                  <a:lnTo>
                    <a:pt x="393788" y="227330"/>
                  </a:lnTo>
                  <a:lnTo>
                    <a:pt x="405003" y="183883"/>
                  </a:lnTo>
                  <a:lnTo>
                    <a:pt x="405904" y="175577"/>
                  </a:lnTo>
                  <a:lnTo>
                    <a:pt x="406095" y="16722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0" y="-2"/>
            <a:ext cx="3552190" cy="1885314"/>
            <a:chOff x="0" y="-2"/>
            <a:chExt cx="3552190" cy="1885314"/>
          </a:xfrm>
        </p:grpSpPr>
        <p:sp>
          <p:nvSpPr>
            <p:cNvPr id="17" name="object 17" descr=""/>
            <p:cNvSpPr/>
            <p:nvPr/>
          </p:nvSpPr>
          <p:spPr>
            <a:xfrm>
              <a:off x="0" y="-2"/>
              <a:ext cx="3148965" cy="1018540"/>
            </a:xfrm>
            <a:custGeom>
              <a:avLst/>
              <a:gdLst/>
              <a:ahLst/>
              <a:cxnLst/>
              <a:rect l="l" t="t" r="r" b="b"/>
              <a:pathLst>
                <a:path w="3148965" h="1018540">
                  <a:moveTo>
                    <a:pt x="0" y="1018138"/>
                  </a:moveTo>
                  <a:lnTo>
                    <a:pt x="0" y="0"/>
                  </a:lnTo>
                  <a:lnTo>
                    <a:pt x="3148962" y="0"/>
                  </a:lnTo>
                  <a:lnTo>
                    <a:pt x="3121085" y="16995"/>
                  </a:lnTo>
                  <a:lnTo>
                    <a:pt x="3077920" y="41697"/>
                  </a:lnTo>
                  <a:lnTo>
                    <a:pt x="3034234" y="65139"/>
                  </a:lnTo>
                  <a:lnTo>
                    <a:pt x="2990039" y="87349"/>
                  </a:lnTo>
                  <a:lnTo>
                    <a:pt x="2945347" y="108357"/>
                  </a:lnTo>
                  <a:lnTo>
                    <a:pt x="2900170" y="128193"/>
                  </a:lnTo>
                  <a:lnTo>
                    <a:pt x="2854521" y="146887"/>
                  </a:lnTo>
                  <a:lnTo>
                    <a:pt x="2808410" y="164467"/>
                  </a:lnTo>
                  <a:lnTo>
                    <a:pt x="2761850" y="180964"/>
                  </a:lnTo>
                  <a:lnTo>
                    <a:pt x="2714852" y="196407"/>
                  </a:lnTo>
                  <a:lnTo>
                    <a:pt x="2667429" y="210825"/>
                  </a:lnTo>
                  <a:lnTo>
                    <a:pt x="2619593" y="224249"/>
                  </a:lnTo>
                  <a:lnTo>
                    <a:pt x="2571354" y="236707"/>
                  </a:lnTo>
                  <a:lnTo>
                    <a:pt x="2522726" y="248229"/>
                  </a:lnTo>
                  <a:lnTo>
                    <a:pt x="2473719" y="258845"/>
                  </a:lnTo>
                  <a:lnTo>
                    <a:pt x="2424347" y="268584"/>
                  </a:lnTo>
                  <a:lnTo>
                    <a:pt x="2375284" y="277460"/>
                  </a:lnTo>
                  <a:lnTo>
                    <a:pt x="2128887" y="318421"/>
                  </a:lnTo>
                  <a:lnTo>
                    <a:pt x="2079737" y="327140"/>
                  </a:lnTo>
                  <a:lnTo>
                    <a:pt x="2030745" y="336440"/>
                  </a:lnTo>
                  <a:lnTo>
                    <a:pt x="1981960" y="346492"/>
                  </a:lnTo>
                  <a:lnTo>
                    <a:pt x="1933433" y="357470"/>
                  </a:lnTo>
                  <a:lnTo>
                    <a:pt x="1885213" y="369546"/>
                  </a:lnTo>
                  <a:lnTo>
                    <a:pt x="1837349" y="382894"/>
                  </a:lnTo>
                  <a:lnTo>
                    <a:pt x="1789890" y="397687"/>
                  </a:lnTo>
                  <a:lnTo>
                    <a:pt x="1742886" y="414097"/>
                  </a:lnTo>
                  <a:lnTo>
                    <a:pt x="1696387" y="432299"/>
                  </a:lnTo>
                  <a:lnTo>
                    <a:pt x="1650442" y="452464"/>
                  </a:lnTo>
                  <a:lnTo>
                    <a:pt x="1605100" y="474766"/>
                  </a:lnTo>
                  <a:lnTo>
                    <a:pt x="1560411" y="499378"/>
                  </a:lnTo>
                  <a:lnTo>
                    <a:pt x="1516424" y="526473"/>
                  </a:lnTo>
                  <a:lnTo>
                    <a:pt x="1472997" y="554915"/>
                  </a:lnTo>
                  <a:lnTo>
                    <a:pt x="1430193" y="584214"/>
                  </a:lnTo>
                  <a:lnTo>
                    <a:pt x="1388672" y="615041"/>
                  </a:lnTo>
                  <a:lnTo>
                    <a:pt x="1349092" y="648071"/>
                  </a:lnTo>
                  <a:lnTo>
                    <a:pt x="1312112" y="683975"/>
                  </a:lnTo>
                  <a:lnTo>
                    <a:pt x="1278392" y="723426"/>
                  </a:lnTo>
                  <a:lnTo>
                    <a:pt x="1248590" y="767098"/>
                  </a:lnTo>
                  <a:lnTo>
                    <a:pt x="1222383" y="762515"/>
                  </a:lnTo>
                  <a:lnTo>
                    <a:pt x="1198018" y="757780"/>
                  </a:lnTo>
                  <a:lnTo>
                    <a:pt x="1169405" y="753240"/>
                  </a:lnTo>
                  <a:lnTo>
                    <a:pt x="1142706" y="751189"/>
                  </a:lnTo>
                  <a:lnTo>
                    <a:pt x="1091872" y="751312"/>
                  </a:lnTo>
                  <a:lnTo>
                    <a:pt x="1041335" y="752496"/>
                  </a:lnTo>
                  <a:lnTo>
                    <a:pt x="991092" y="754728"/>
                  </a:lnTo>
                  <a:lnTo>
                    <a:pt x="941140" y="757993"/>
                  </a:lnTo>
                  <a:lnTo>
                    <a:pt x="891476" y="762276"/>
                  </a:lnTo>
                  <a:lnTo>
                    <a:pt x="842098" y="767566"/>
                  </a:lnTo>
                  <a:lnTo>
                    <a:pt x="793002" y="773846"/>
                  </a:lnTo>
                  <a:lnTo>
                    <a:pt x="744187" y="781103"/>
                  </a:lnTo>
                  <a:lnTo>
                    <a:pt x="695648" y="789323"/>
                  </a:lnTo>
                  <a:lnTo>
                    <a:pt x="647384" y="798493"/>
                  </a:lnTo>
                  <a:lnTo>
                    <a:pt x="599392" y="808597"/>
                  </a:lnTo>
                  <a:lnTo>
                    <a:pt x="551668" y="819622"/>
                  </a:lnTo>
                  <a:lnTo>
                    <a:pt x="504210" y="831554"/>
                  </a:lnTo>
                  <a:lnTo>
                    <a:pt x="457015" y="844379"/>
                  </a:lnTo>
                  <a:lnTo>
                    <a:pt x="410080" y="858083"/>
                  </a:lnTo>
                  <a:lnTo>
                    <a:pt x="363403" y="872651"/>
                  </a:lnTo>
                  <a:lnTo>
                    <a:pt x="316980" y="888070"/>
                  </a:lnTo>
                  <a:lnTo>
                    <a:pt x="270809" y="904326"/>
                  </a:lnTo>
                  <a:lnTo>
                    <a:pt x="224887" y="921405"/>
                  </a:lnTo>
                  <a:lnTo>
                    <a:pt x="179212" y="939292"/>
                  </a:lnTo>
                  <a:lnTo>
                    <a:pt x="133780" y="957974"/>
                  </a:lnTo>
                  <a:lnTo>
                    <a:pt x="88588" y="977436"/>
                  </a:lnTo>
                  <a:lnTo>
                    <a:pt x="43635" y="997665"/>
                  </a:lnTo>
                  <a:lnTo>
                    <a:pt x="0" y="1018138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-2"/>
              <a:ext cx="3552190" cy="1240790"/>
            </a:xfrm>
            <a:custGeom>
              <a:avLst/>
              <a:gdLst/>
              <a:ahLst/>
              <a:cxnLst/>
              <a:rect l="l" t="t" r="r" b="b"/>
              <a:pathLst>
                <a:path w="3552190" h="1240790">
                  <a:moveTo>
                    <a:pt x="2882875" y="1228346"/>
                  </a:moveTo>
                  <a:lnTo>
                    <a:pt x="2582696" y="1170005"/>
                  </a:lnTo>
                  <a:lnTo>
                    <a:pt x="2632817" y="1177551"/>
                  </a:lnTo>
                  <a:lnTo>
                    <a:pt x="2683316" y="1182215"/>
                  </a:lnTo>
                  <a:lnTo>
                    <a:pt x="2734246" y="1183533"/>
                  </a:lnTo>
                  <a:lnTo>
                    <a:pt x="2785661" y="1181040"/>
                  </a:lnTo>
                  <a:lnTo>
                    <a:pt x="2838214" y="1174850"/>
                  </a:lnTo>
                  <a:lnTo>
                    <a:pt x="2888785" y="1165717"/>
                  </a:lnTo>
                  <a:lnTo>
                    <a:pt x="2937369" y="1153751"/>
                  </a:lnTo>
                  <a:lnTo>
                    <a:pt x="2983963" y="1139059"/>
                  </a:lnTo>
                  <a:lnTo>
                    <a:pt x="3028561" y="1121750"/>
                  </a:lnTo>
                  <a:lnTo>
                    <a:pt x="3071159" y="1101933"/>
                  </a:lnTo>
                  <a:lnTo>
                    <a:pt x="3111752" y="1079716"/>
                  </a:lnTo>
                  <a:lnTo>
                    <a:pt x="3150336" y="1055208"/>
                  </a:lnTo>
                  <a:lnTo>
                    <a:pt x="3186905" y="1028518"/>
                  </a:lnTo>
                  <a:lnTo>
                    <a:pt x="3221456" y="999754"/>
                  </a:lnTo>
                  <a:lnTo>
                    <a:pt x="3253983" y="969024"/>
                  </a:lnTo>
                  <a:lnTo>
                    <a:pt x="3284482" y="936438"/>
                  </a:lnTo>
                  <a:lnTo>
                    <a:pt x="3312948" y="902104"/>
                  </a:lnTo>
                  <a:lnTo>
                    <a:pt x="3339378" y="866130"/>
                  </a:lnTo>
                  <a:lnTo>
                    <a:pt x="3363765" y="828625"/>
                  </a:lnTo>
                  <a:lnTo>
                    <a:pt x="3386106" y="789698"/>
                  </a:lnTo>
                  <a:lnTo>
                    <a:pt x="3406395" y="749457"/>
                  </a:lnTo>
                  <a:lnTo>
                    <a:pt x="3424629" y="708011"/>
                  </a:lnTo>
                  <a:lnTo>
                    <a:pt x="3440803" y="665468"/>
                  </a:lnTo>
                  <a:lnTo>
                    <a:pt x="3454911" y="621937"/>
                  </a:lnTo>
                  <a:lnTo>
                    <a:pt x="3466950" y="577527"/>
                  </a:lnTo>
                  <a:lnTo>
                    <a:pt x="3476914" y="532345"/>
                  </a:lnTo>
                  <a:lnTo>
                    <a:pt x="3484800" y="486501"/>
                  </a:lnTo>
                  <a:lnTo>
                    <a:pt x="3490601" y="440104"/>
                  </a:lnTo>
                  <a:lnTo>
                    <a:pt x="3494315" y="393261"/>
                  </a:lnTo>
                  <a:lnTo>
                    <a:pt x="3495936" y="346082"/>
                  </a:lnTo>
                  <a:lnTo>
                    <a:pt x="3495322" y="295893"/>
                  </a:lnTo>
                  <a:lnTo>
                    <a:pt x="3492614" y="246182"/>
                  </a:lnTo>
                  <a:lnTo>
                    <a:pt x="3487903" y="196923"/>
                  </a:lnTo>
                  <a:lnTo>
                    <a:pt x="3481277" y="148093"/>
                  </a:lnTo>
                  <a:lnTo>
                    <a:pt x="3472825" y="99665"/>
                  </a:lnTo>
                  <a:lnTo>
                    <a:pt x="3462636" y="51616"/>
                  </a:lnTo>
                  <a:lnTo>
                    <a:pt x="3450800" y="3920"/>
                  </a:lnTo>
                  <a:lnTo>
                    <a:pt x="3449691" y="0"/>
                  </a:lnTo>
                  <a:lnTo>
                    <a:pt x="3505287" y="0"/>
                  </a:lnTo>
                  <a:lnTo>
                    <a:pt x="3521494" y="63530"/>
                  </a:lnTo>
                  <a:lnTo>
                    <a:pt x="3531544" y="114811"/>
                  </a:lnTo>
                  <a:lnTo>
                    <a:pt x="3539029" y="165375"/>
                  </a:lnTo>
                  <a:lnTo>
                    <a:pt x="3544901" y="215750"/>
                  </a:lnTo>
                  <a:lnTo>
                    <a:pt x="3549053" y="265897"/>
                  </a:lnTo>
                  <a:lnTo>
                    <a:pt x="3551377" y="315772"/>
                  </a:lnTo>
                  <a:lnTo>
                    <a:pt x="3551763" y="365335"/>
                  </a:lnTo>
                  <a:lnTo>
                    <a:pt x="3550105" y="414543"/>
                  </a:lnTo>
                  <a:lnTo>
                    <a:pt x="3546293" y="463356"/>
                  </a:lnTo>
                  <a:lnTo>
                    <a:pt x="3540219" y="511731"/>
                  </a:lnTo>
                  <a:lnTo>
                    <a:pt x="3531775" y="559628"/>
                  </a:lnTo>
                  <a:lnTo>
                    <a:pt x="3520854" y="607004"/>
                  </a:lnTo>
                  <a:lnTo>
                    <a:pt x="3507346" y="653819"/>
                  </a:lnTo>
                  <a:lnTo>
                    <a:pt x="3491143" y="700030"/>
                  </a:lnTo>
                  <a:lnTo>
                    <a:pt x="3472138" y="745595"/>
                  </a:lnTo>
                  <a:lnTo>
                    <a:pt x="3450222" y="790474"/>
                  </a:lnTo>
                  <a:lnTo>
                    <a:pt x="3425286" y="834625"/>
                  </a:lnTo>
                  <a:lnTo>
                    <a:pt x="3397223" y="878006"/>
                  </a:lnTo>
                  <a:lnTo>
                    <a:pt x="3368627" y="917788"/>
                  </a:lnTo>
                  <a:lnTo>
                    <a:pt x="3338502" y="955725"/>
                  </a:lnTo>
                  <a:lnTo>
                    <a:pt x="3306846" y="991723"/>
                  </a:lnTo>
                  <a:lnTo>
                    <a:pt x="3273660" y="1025689"/>
                  </a:lnTo>
                  <a:lnTo>
                    <a:pt x="3238941" y="1057527"/>
                  </a:lnTo>
                  <a:lnTo>
                    <a:pt x="3202689" y="1087144"/>
                  </a:lnTo>
                  <a:lnTo>
                    <a:pt x="3164902" y="1114445"/>
                  </a:lnTo>
                  <a:lnTo>
                    <a:pt x="3125581" y="1139336"/>
                  </a:lnTo>
                  <a:lnTo>
                    <a:pt x="3084722" y="1161723"/>
                  </a:lnTo>
                  <a:lnTo>
                    <a:pt x="3042327" y="1181511"/>
                  </a:lnTo>
                  <a:lnTo>
                    <a:pt x="2998393" y="1198605"/>
                  </a:lnTo>
                  <a:lnTo>
                    <a:pt x="2952919" y="1212913"/>
                  </a:lnTo>
                  <a:lnTo>
                    <a:pt x="2905905" y="1224339"/>
                  </a:lnTo>
                  <a:lnTo>
                    <a:pt x="2882875" y="1228346"/>
                  </a:lnTo>
                  <a:close/>
                </a:path>
                <a:path w="3552190" h="1240790">
                  <a:moveTo>
                    <a:pt x="0" y="1076066"/>
                  </a:moveTo>
                  <a:lnTo>
                    <a:pt x="0" y="1014783"/>
                  </a:lnTo>
                  <a:lnTo>
                    <a:pt x="40926" y="995582"/>
                  </a:lnTo>
                  <a:lnTo>
                    <a:pt x="85879" y="975353"/>
                  </a:lnTo>
                  <a:lnTo>
                    <a:pt x="131071" y="955891"/>
                  </a:lnTo>
                  <a:lnTo>
                    <a:pt x="176503" y="937209"/>
                  </a:lnTo>
                  <a:lnTo>
                    <a:pt x="222178" y="919322"/>
                  </a:lnTo>
                  <a:lnTo>
                    <a:pt x="268100" y="902243"/>
                  </a:lnTo>
                  <a:lnTo>
                    <a:pt x="314271" y="885987"/>
                  </a:lnTo>
                  <a:lnTo>
                    <a:pt x="360694" y="870568"/>
                  </a:lnTo>
                  <a:lnTo>
                    <a:pt x="407371" y="856000"/>
                  </a:lnTo>
                  <a:lnTo>
                    <a:pt x="454306" y="842296"/>
                  </a:lnTo>
                  <a:lnTo>
                    <a:pt x="501501" y="829471"/>
                  </a:lnTo>
                  <a:lnTo>
                    <a:pt x="548959" y="817539"/>
                  </a:lnTo>
                  <a:lnTo>
                    <a:pt x="596683" y="806514"/>
                  </a:lnTo>
                  <a:lnTo>
                    <a:pt x="644675" y="796409"/>
                  </a:lnTo>
                  <a:lnTo>
                    <a:pt x="692939" y="787240"/>
                  </a:lnTo>
                  <a:lnTo>
                    <a:pt x="741478" y="779020"/>
                  </a:lnTo>
                  <a:lnTo>
                    <a:pt x="790293" y="771763"/>
                  </a:lnTo>
                  <a:lnTo>
                    <a:pt x="839389" y="765482"/>
                  </a:lnTo>
                  <a:lnTo>
                    <a:pt x="888767" y="760193"/>
                  </a:lnTo>
                  <a:lnTo>
                    <a:pt x="938430" y="755909"/>
                  </a:lnTo>
                  <a:lnTo>
                    <a:pt x="988382" y="752645"/>
                  </a:lnTo>
                  <a:lnTo>
                    <a:pt x="1038626" y="750413"/>
                  </a:lnTo>
                  <a:lnTo>
                    <a:pt x="1089163" y="749229"/>
                  </a:lnTo>
                  <a:lnTo>
                    <a:pt x="1139996" y="749106"/>
                  </a:lnTo>
                  <a:lnTo>
                    <a:pt x="1166485" y="751116"/>
                  </a:lnTo>
                  <a:lnTo>
                    <a:pt x="1194721" y="755582"/>
                  </a:lnTo>
                  <a:lnTo>
                    <a:pt x="1219041" y="760309"/>
                  </a:lnTo>
                  <a:lnTo>
                    <a:pt x="1245881" y="765015"/>
                  </a:lnTo>
                  <a:lnTo>
                    <a:pt x="1295942" y="768423"/>
                  </a:lnTo>
                  <a:lnTo>
                    <a:pt x="1345458" y="774079"/>
                  </a:lnTo>
                  <a:lnTo>
                    <a:pt x="1396646" y="782057"/>
                  </a:lnTo>
                  <a:lnTo>
                    <a:pt x="1443195" y="791104"/>
                  </a:lnTo>
                  <a:lnTo>
                    <a:pt x="1491590" y="801961"/>
                  </a:lnTo>
                  <a:lnTo>
                    <a:pt x="1539785" y="814037"/>
                  </a:lnTo>
                  <a:lnTo>
                    <a:pt x="1587865" y="827076"/>
                  </a:lnTo>
                  <a:lnTo>
                    <a:pt x="1635918" y="840821"/>
                  </a:lnTo>
                  <a:lnTo>
                    <a:pt x="1683766" y="855421"/>
                  </a:lnTo>
                  <a:lnTo>
                    <a:pt x="1731214" y="871097"/>
                  </a:lnTo>
                  <a:lnTo>
                    <a:pt x="1778317" y="887701"/>
                  </a:lnTo>
                  <a:lnTo>
                    <a:pt x="1825132" y="905083"/>
                  </a:lnTo>
                  <a:lnTo>
                    <a:pt x="1871715" y="923095"/>
                  </a:lnTo>
                  <a:lnTo>
                    <a:pt x="1929146" y="946072"/>
                  </a:lnTo>
                  <a:lnTo>
                    <a:pt x="1385468" y="840405"/>
                  </a:lnTo>
                  <a:lnTo>
                    <a:pt x="1336868" y="831543"/>
                  </a:lnTo>
                  <a:lnTo>
                    <a:pt x="1289306" y="824769"/>
                  </a:lnTo>
                  <a:lnTo>
                    <a:pt x="1288673" y="824646"/>
                  </a:lnTo>
                  <a:lnTo>
                    <a:pt x="1247632" y="821400"/>
                  </a:lnTo>
                  <a:lnTo>
                    <a:pt x="1181380" y="808523"/>
                  </a:lnTo>
                  <a:lnTo>
                    <a:pt x="1129681" y="806861"/>
                  </a:lnTo>
                  <a:lnTo>
                    <a:pt x="1078223" y="806436"/>
                  </a:lnTo>
                  <a:lnTo>
                    <a:pt x="1027003" y="807232"/>
                  </a:lnTo>
                  <a:lnTo>
                    <a:pt x="976018" y="809233"/>
                  </a:lnTo>
                  <a:lnTo>
                    <a:pt x="925264" y="812421"/>
                  </a:lnTo>
                  <a:lnTo>
                    <a:pt x="874740" y="816781"/>
                  </a:lnTo>
                  <a:lnTo>
                    <a:pt x="824443" y="822296"/>
                  </a:lnTo>
                  <a:lnTo>
                    <a:pt x="774369" y="828948"/>
                  </a:lnTo>
                  <a:lnTo>
                    <a:pt x="724516" y="836721"/>
                  </a:lnTo>
                  <a:lnTo>
                    <a:pt x="674881" y="845599"/>
                  </a:lnTo>
                  <a:lnTo>
                    <a:pt x="625461" y="855565"/>
                  </a:lnTo>
                  <a:lnTo>
                    <a:pt x="576254" y="866602"/>
                  </a:lnTo>
                  <a:lnTo>
                    <a:pt x="527256" y="878693"/>
                  </a:lnTo>
                  <a:lnTo>
                    <a:pt x="478465" y="891822"/>
                  </a:lnTo>
                  <a:lnTo>
                    <a:pt x="429878" y="905971"/>
                  </a:lnTo>
                  <a:lnTo>
                    <a:pt x="381492" y="921126"/>
                  </a:lnTo>
                  <a:lnTo>
                    <a:pt x="333305" y="937267"/>
                  </a:lnTo>
                  <a:lnTo>
                    <a:pt x="285313" y="954380"/>
                  </a:lnTo>
                  <a:lnTo>
                    <a:pt x="237514" y="972448"/>
                  </a:lnTo>
                  <a:lnTo>
                    <a:pt x="189905" y="991452"/>
                  </a:lnTo>
                  <a:lnTo>
                    <a:pt x="142483" y="1011378"/>
                  </a:lnTo>
                  <a:lnTo>
                    <a:pt x="94879" y="1032178"/>
                  </a:lnTo>
                  <a:lnTo>
                    <a:pt x="47613" y="1053615"/>
                  </a:lnTo>
                  <a:lnTo>
                    <a:pt x="0" y="1076066"/>
                  </a:lnTo>
                  <a:close/>
                </a:path>
                <a:path w="3552190" h="1240790">
                  <a:moveTo>
                    <a:pt x="1434089" y="850049"/>
                  </a:moveTo>
                  <a:lnTo>
                    <a:pt x="1385466" y="840405"/>
                  </a:lnTo>
                  <a:lnTo>
                    <a:pt x="1482866" y="859335"/>
                  </a:lnTo>
                  <a:lnTo>
                    <a:pt x="1434089" y="850049"/>
                  </a:lnTo>
                  <a:close/>
                </a:path>
                <a:path w="3552190" h="1240790">
                  <a:moveTo>
                    <a:pt x="2558578" y="1220000"/>
                  </a:moveTo>
                  <a:lnTo>
                    <a:pt x="2509409" y="1209424"/>
                  </a:lnTo>
                  <a:lnTo>
                    <a:pt x="2460411" y="1197293"/>
                  </a:lnTo>
                  <a:lnTo>
                    <a:pt x="2411576" y="1183933"/>
                  </a:lnTo>
                  <a:lnTo>
                    <a:pt x="2362899" y="1169670"/>
                  </a:lnTo>
                  <a:lnTo>
                    <a:pt x="2314372" y="1154828"/>
                  </a:lnTo>
                  <a:lnTo>
                    <a:pt x="2267876" y="1139493"/>
                  </a:lnTo>
                  <a:lnTo>
                    <a:pt x="2221722" y="1123158"/>
                  </a:lnTo>
                  <a:lnTo>
                    <a:pt x="2175852" y="1105988"/>
                  </a:lnTo>
                  <a:lnTo>
                    <a:pt x="2130209" y="1088147"/>
                  </a:lnTo>
                  <a:lnTo>
                    <a:pt x="1857895" y="976139"/>
                  </a:lnTo>
                  <a:lnTo>
                    <a:pt x="1812232" y="958170"/>
                  </a:lnTo>
                  <a:lnTo>
                    <a:pt x="1766336" y="940837"/>
                  </a:lnTo>
                  <a:lnTo>
                    <a:pt x="1720150" y="924303"/>
                  </a:lnTo>
                  <a:lnTo>
                    <a:pt x="1673617" y="908731"/>
                  </a:lnTo>
                  <a:lnTo>
                    <a:pt x="1626680" y="894284"/>
                  </a:lnTo>
                  <a:lnTo>
                    <a:pt x="1579280" y="881127"/>
                  </a:lnTo>
                  <a:lnTo>
                    <a:pt x="1529779" y="869037"/>
                  </a:lnTo>
                  <a:lnTo>
                    <a:pt x="1525583" y="868221"/>
                  </a:lnTo>
                  <a:lnTo>
                    <a:pt x="1482866" y="859335"/>
                  </a:lnTo>
                  <a:lnTo>
                    <a:pt x="1929146" y="946072"/>
                  </a:lnTo>
                  <a:lnTo>
                    <a:pt x="2149495" y="1036070"/>
                  </a:lnTo>
                  <a:lnTo>
                    <a:pt x="2196030" y="1054328"/>
                  </a:lnTo>
                  <a:lnTo>
                    <a:pt x="2242783" y="1072027"/>
                  </a:lnTo>
                  <a:lnTo>
                    <a:pt x="2289812" y="1089018"/>
                  </a:lnTo>
                  <a:lnTo>
                    <a:pt x="2337170" y="1105151"/>
                  </a:lnTo>
                  <a:lnTo>
                    <a:pt x="2384916" y="1120279"/>
                  </a:lnTo>
                  <a:lnTo>
                    <a:pt x="2434063" y="1134714"/>
                  </a:lnTo>
                  <a:lnTo>
                    <a:pt x="2483373" y="1148122"/>
                  </a:lnTo>
                  <a:lnTo>
                    <a:pt x="2532899" y="1160041"/>
                  </a:lnTo>
                  <a:lnTo>
                    <a:pt x="2882875" y="1228346"/>
                  </a:lnTo>
                  <a:lnTo>
                    <a:pt x="2857349" y="1232788"/>
                  </a:lnTo>
                  <a:lnTo>
                    <a:pt x="2807250" y="1238168"/>
                  </a:lnTo>
                  <a:lnTo>
                    <a:pt x="2757115" y="1240248"/>
                  </a:lnTo>
                  <a:lnTo>
                    <a:pt x="2707188" y="1239146"/>
                  </a:lnTo>
                  <a:lnTo>
                    <a:pt x="2657461" y="1235186"/>
                  </a:lnTo>
                  <a:lnTo>
                    <a:pt x="2609894" y="1228954"/>
                  </a:lnTo>
                  <a:lnTo>
                    <a:pt x="2614794" y="1229906"/>
                  </a:lnTo>
                  <a:lnTo>
                    <a:pt x="2558578" y="1220000"/>
                  </a:lnTo>
                  <a:close/>
                </a:path>
                <a:path w="3552190" h="1240790">
                  <a:moveTo>
                    <a:pt x="1189840" y="821066"/>
                  </a:moveTo>
                  <a:lnTo>
                    <a:pt x="1187423" y="817482"/>
                  </a:lnTo>
                  <a:lnTo>
                    <a:pt x="1184380" y="809107"/>
                  </a:lnTo>
                  <a:lnTo>
                    <a:pt x="1247632" y="821400"/>
                  </a:lnTo>
                  <a:lnTo>
                    <a:pt x="1239189" y="820732"/>
                  </a:lnTo>
                  <a:lnTo>
                    <a:pt x="1189840" y="821066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0" y="807405"/>
              <a:ext cx="1193165" cy="1078230"/>
            </a:xfrm>
            <a:custGeom>
              <a:avLst/>
              <a:gdLst/>
              <a:ahLst/>
              <a:cxnLst/>
              <a:rect l="l" t="t" r="r" b="b"/>
              <a:pathLst>
                <a:path w="1193165" h="1078230">
                  <a:moveTo>
                    <a:pt x="0" y="1077818"/>
                  </a:moveTo>
                  <a:lnTo>
                    <a:pt x="0" y="270237"/>
                  </a:lnTo>
                  <a:lnTo>
                    <a:pt x="50121" y="246696"/>
                  </a:lnTo>
                  <a:lnTo>
                    <a:pt x="97615" y="225302"/>
                  </a:lnTo>
                  <a:lnTo>
                    <a:pt x="145484" y="204554"/>
                  </a:lnTo>
                  <a:lnTo>
                    <a:pt x="192866" y="184832"/>
                  </a:lnTo>
                  <a:lnTo>
                    <a:pt x="240439" y="166011"/>
                  </a:lnTo>
                  <a:lnTo>
                    <a:pt x="288207" y="148107"/>
                  </a:lnTo>
                  <a:lnTo>
                    <a:pt x="336171" y="131137"/>
                  </a:lnTo>
                  <a:lnTo>
                    <a:pt x="384334" y="115118"/>
                  </a:lnTo>
                  <a:lnTo>
                    <a:pt x="432700" y="100066"/>
                  </a:lnTo>
                  <a:lnTo>
                    <a:pt x="481271" y="85998"/>
                  </a:lnTo>
                  <a:lnTo>
                    <a:pt x="530050" y="72930"/>
                  </a:lnTo>
                  <a:lnTo>
                    <a:pt x="579040" y="60880"/>
                  </a:lnTo>
                  <a:lnTo>
                    <a:pt x="628243" y="49863"/>
                  </a:lnTo>
                  <a:lnTo>
                    <a:pt x="677663" y="39898"/>
                  </a:lnTo>
                  <a:lnTo>
                    <a:pt x="727302" y="31000"/>
                  </a:lnTo>
                  <a:lnTo>
                    <a:pt x="777163" y="23185"/>
                  </a:lnTo>
                  <a:lnTo>
                    <a:pt x="827249" y="16472"/>
                  </a:lnTo>
                  <a:lnTo>
                    <a:pt x="877562" y="10876"/>
                  </a:lnTo>
                  <a:lnTo>
                    <a:pt x="928106" y="6414"/>
                  </a:lnTo>
                  <a:lnTo>
                    <a:pt x="978883" y="3103"/>
                  </a:lnTo>
                  <a:lnTo>
                    <a:pt x="1029896" y="959"/>
                  </a:lnTo>
                  <a:lnTo>
                    <a:pt x="1081148" y="0"/>
                  </a:lnTo>
                  <a:lnTo>
                    <a:pt x="1132642" y="241"/>
                  </a:lnTo>
                  <a:lnTo>
                    <a:pt x="1184380" y="1700"/>
                  </a:lnTo>
                  <a:lnTo>
                    <a:pt x="1187380" y="2283"/>
                  </a:lnTo>
                  <a:lnTo>
                    <a:pt x="1189215" y="8866"/>
                  </a:lnTo>
                  <a:lnTo>
                    <a:pt x="1192840" y="14242"/>
                  </a:lnTo>
                  <a:lnTo>
                    <a:pt x="1160760" y="54960"/>
                  </a:lnTo>
                  <a:lnTo>
                    <a:pt x="1129492" y="96282"/>
                  </a:lnTo>
                  <a:lnTo>
                    <a:pt x="1098890" y="138101"/>
                  </a:lnTo>
                  <a:lnTo>
                    <a:pt x="1068807" y="180311"/>
                  </a:lnTo>
                  <a:lnTo>
                    <a:pt x="1009618" y="265474"/>
                  </a:lnTo>
                  <a:lnTo>
                    <a:pt x="950755" y="350919"/>
                  </a:lnTo>
                  <a:lnTo>
                    <a:pt x="921081" y="393480"/>
                  </a:lnTo>
                  <a:lnTo>
                    <a:pt x="891050" y="435792"/>
                  </a:lnTo>
                  <a:lnTo>
                    <a:pt x="860517" y="477747"/>
                  </a:lnTo>
                  <a:lnTo>
                    <a:pt x="829335" y="519239"/>
                  </a:lnTo>
                  <a:lnTo>
                    <a:pt x="797358" y="560161"/>
                  </a:lnTo>
                  <a:lnTo>
                    <a:pt x="764440" y="600407"/>
                  </a:lnTo>
                  <a:lnTo>
                    <a:pt x="730748" y="639494"/>
                  </a:lnTo>
                  <a:lnTo>
                    <a:pt x="696347" y="677051"/>
                  </a:lnTo>
                  <a:lnTo>
                    <a:pt x="661231" y="713074"/>
                  </a:lnTo>
                  <a:lnTo>
                    <a:pt x="625397" y="747560"/>
                  </a:lnTo>
                  <a:lnTo>
                    <a:pt x="588839" y="780507"/>
                  </a:lnTo>
                  <a:lnTo>
                    <a:pt x="551552" y="811910"/>
                  </a:lnTo>
                  <a:lnTo>
                    <a:pt x="513533" y="841766"/>
                  </a:lnTo>
                  <a:lnTo>
                    <a:pt x="474776" y="870072"/>
                  </a:lnTo>
                  <a:lnTo>
                    <a:pt x="435277" y="896825"/>
                  </a:lnTo>
                  <a:lnTo>
                    <a:pt x="395030" y="922021"/>
                  </a:lnTo>
                  <a:lnTo>
                    <a:pt x="354031" y="945658"/>
                  </a:lnTo>
                  <a:lnTo>
                    <a:pt x="312276" y="967730"/>
                  </a:lnTo>
                  <a:lnTo>
                    <a:pt x="269759" y="988237"/>
                  </a:lnTo>
                  <a:lnTo>
                    <a:pt x="226477" y="1007173"/>
                  </a:lnTo>
                  <a:lnTo>
                    <a:pt x="182423" y="1024536"/>
                  </a:lnTo>
                  <a:lnTo>
                    <a:pt x="137593" y="1040323"/>
                  </a:lnTo>
                  <a:lnTo>
                    <a:pt x="91984" y="1054530"/>
                  </a:lnTo>
                  <a:lnTo>
                    <a:pt x="45589" y="1067154"/>
                  </a:lnTo>
                  <a:lnTo>
                    <a:pt x="0" y="1077818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2433688" y="9258591"/>
            <a:ext cx="1115060" cy="923290"/>
          </a:xfrm>
          <a:custGeom>
            <a:avLst/>
            <a:gdLst/>
            <a:ahLst/>
            <a:cxnLst/>
            <a:rect l="l" t="t" r="r" b="b"/>
            <a:pathLst>
              <a:path w="1115060" h="923290">
                <a:moveTo>
                  <a:pt x="662622" y="670585"/>
                </a:moveTo>
                <a:lnTo>
                  <a:pt x="656183" y="664133"/>
                </a:lnTo>
                <a:lnTo>
                  <a:pt x="462368" y="664133"/>
                </a:lnTo>
                <a:lnTo>
                  <a:pt x="458774" y="665619"/>
                </a:lnTo>
                <a:lnTo>
                  <a:pt x="453326" y="671068"/>
                </a:lnTo>
                <a:lnTo>
                  <a:pt x="451840" y="674674"/>
                </a:lnTo>
                <a:lnTo>
                  <a:pt x="451840" y="686485"/>
                </a:lnTo>
                <a:lnTo>
                  <a:pt x="458292" y="692962"/>
                </a:lnTo>
                <a:lnTo>
                  <a:pt x="652094" y="692962"/>
                </a:lnTo>
                <a:lnTo>
                  <a:pt x="655701" y="691451"/>
                </a:lnTo>
                <a:lnTo>
                  <a:pt x="658418" y="688746"/>
                </a:lnTo>
                <a:lnTo>
                  <a:pt x="661123" y="686015"/>
                </a:lnTo>
                <a:lnTo>
                  <a:pt x="662622" y="682383"/>
                </a:lnTo>
                <a:lnTo>
                  <a:pt x="662622" y="678535"/>
                </a:lnTo>
                <a:lnTo>
                  <a:pt x="662622" y="670585"/>
                </a:lnTo>
                <a:close/>
              </a:path>
              <a:path w="1115060" h="923290">
                <a:moveTo>
                  <a:pt x="682002" y="839800"/>
                </a:moveTo>
                <a:lnTo>
                  <a:pt x="657453" y="766686"/>
                </a:lnTo>
                <a:lnTo>
                  <a:pt x="457034" y="766686"/>
                </a:lnTo>
                <a:lnTo>
                  <a:pt x="432485" y="839800"/>
                </a:lnTo>
                <a:lnTo>
                  <a:pt x="682002" y="839800"/>
                </a:lnTo>
                <a:close/>
              </a:path>
              <a:path w="1115060" h="923290">
                <a:moveTo>
                  <a:pt x="884986" y="923264"/>
                </a:moveTo>
                <a:lnTo>
                  <a:pt x="871143" y="896848"/>
                </a:lnTo>
                <a:lnTo>
                  <a:pt x="850176" y="876020"/>
                </a:lnTo>
                <a:lnTo>
                  <a:pt x="823683" y="862355"/>
                </a:lnTo>
                <a:lnTo>
                  <a:pt x="793242" y="857440"/>
                </a:lnTo>
                <a:lnTo>
                  <a:pt x="321259" y="857440"/>
                </a:lnTo>
                <a:lnTo>
                  <a:pt x="290817" y="862355"/>
                </a:lnTo>
                <a:lnTo>
                  <a:pt x="264325" y="876020"/>
                </a:lnTo>
                <a:lnTo>
                  <a:pt x="243357" y="896848"/>
                </a:lnTo>
                <a:lnTo>
                  <a:pt x="229514" y="923264"/>
                </a:lnTo>
                <a:lnTo>
                  <a:pt x="884986" y="923264"/>
                </a:lnTo>
                <a:close/>
              </a:path>
              <a:path w="1115060" h="923290">
                <a:moveTo>
                  <a:pt x="1114463" y="53098"/>
                </a:moveTo>
                <a:lnTo>
                  <a:pt x="1098918" y="15570"/>
                </a:lnTo>
                <a:lnTo>
                  <a:pt x="1065822" y="889"/>
                </a:lnTo>
                <a:lnTo>
                  <a:pt x="1065822" y="50685"/>
                </a:lnTo>
                <a:lnTo>
                  <a:pt x="1065822" y="594233"/>
                </a:lnTo>
                <a:lnTo>
                  <a:pt x="677227" y="594233"/>
                </a:lnTo>
                <a:lnTo>
                  <a:pt x="677227" y="678535"/>
                </a:lnTo>
                <a:lnTo>
                  <a:pt x="677227" y="686549"/>
                </a:lnTo>
                <a:lnTo>
                  <a:pt x="673989" y="693813"/>
                </a:lnTo>
                <a:lnTo>
                  <a:pt x="663511" y="704316"/>
                </a:lnTo>
                <a:lnTo>
                  <a:pt x="656259" y="707580"/>
                </a:lnTo>
                <a:lnTo>
                  <a:pt x="466217" y="707580"/>
                </a:lnTo>
                <a:lnTo>
                  <a:pt x="454939" y="705294"/>
                </a:lnTo>
                <a:lnTo>
                  <a:pt x="445731" y="699071"/>
                </a:lnTo>
                <a:lnTo>
                  <a:pt x="439521" y="689838"/>
                </a:lnTo>
                <a:lnTo>
                  <a:pt x="437248" y="678535"/>
                </a:lnTo>
                <a:lnTo>
                  <a:pt x="437248" y="670509"/>
                </a:lnTo>
                <a:lnTo>
                  <a:pt x="440486" y="663257"/>
                </a:lnTo>
                <a:lnTo>
                  <a:pt x="450964" y="652754"/>
                </a:lnTo>
                <a:lnTo>
                  <a:pt x="458216" y="649516"/>
                </a:lnTo>
                <a:lnTo>
                  <a:pt x="648258" y="649516"/>
                </a:lnTo>
                <a:lnTo>
                  <a:pt x="659536" y="651789"/>
                </a:lnTo>
                <a:lnTo>
                  <a:pt x="668743" y="658012"/>
                </a:lnTo>
                <a:lnTo>
                  <a:pt x="674954" y="667232"/>
                </a:lnTo>
                <a:lnTo>
                  <a:pt x="677227" y="678535"/>
                </a:lnTo>
                <a:lnTo>
                  <a:pt x="677227" y="594233"/>
                </a:lnTo>
                <a:lnTo>
                  <a:pt x="48653" y="594233"/>
                </a:lnTo>
                <a:lnTo>
                  <a:pt x="48653" y="50685"/>
                </a:lnTo>
                <a:lnTo>
                  <a:pt x="50622" y="48742"/>
                </a:lnTo>
                <a:lnTo>
                  <a:pt x="1063840" y="48742"/>
                </a:lnTo>
                <a:lnTo>
                  <a:pt x="1065822" y="50685"/>
                </a:lnTo>
                <a:lnTo>
                  <a:pt x="1065822" y="889"/>
                </a:lnTo>
                <a:lnTo>
                  <a:pt x="1061466" y="0"/>
                </a:lnTo>
                <a:lnTo>
                  <a:pt x="53035" y="0"/>
                </a:lnTo>
                <a:lnTo>
                  <a:pt x="32410" y="4178"/>
                </a:lnTo>
                <a:lnTo>
                  <a:pt x="15557" y="15570"/>
                </a:lnTo>
                <a:lnTo>
                  <a:pt x="4178" y="32461"/>
                </a:lnTo>
                <a:lnTo>
                  <a:pt x="0" y="53098"/>
                </a:lnTo>
                <a:lnTo>
                  <a:pt x="0" y="695934"/>
                </a:lnTo>
                <a:lnTo>
                  <a:pt x="4178" y="716584"/>
                </a:lnTo>
                <a:lnTo>
                  <a:pt x="15557" y="733463"/>
                </a:lnTo>
                <a:lnTo>
                  <a:pt x="32410" y="744855"/>
                </a:lnTo>
                <a:lnTo>
                  <a:pt x="53035" y="749046"/>
                </a:lnTo>
                <a:lnTo>
                  <a:pt x="1061466" y="749046"/>
                </a:lnTo>
                <a:lnTo>
                  <a:pt x="1098918" y="733463"/>
                </a:lnTo>
                <a:lnTo>
                  <a:pt x="1114463" y="695934"/>
                </a:lnTo>
                <a:lnTo>
                  <a:pt x="1114463" y="649516"/>
                </a:lnTo>
                <a:lnTo>
                  <a:pt x="1114463" y="594233"/>
                </a:lnTo>
                <a:lnTo>
                  <a:pt x="1114463" y="53098"/>
                </a:lnTo>
                <a:close/>
              </a:path>
            </a:pathLst>
          </a:custGeom>
          <a:solidFill>
            <a:srgbClr val="1B181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51109" y="9258300"/>
            <a:ext cx="970741" cy="1027430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5723090" y="9258871"/>
            <a:ext cx="571500" cy="999490"/>
          </a:xfrm>
          <a:custGeom>
            <a:avLst/>
            <a:gdLst/>
            <a:ahLst/>
            <a:cxnLst/>
            <a:rect l="l" t="t" r="r" b="b"/>
            <a:pathLst>
              <a:path w="571500" h="999490">
                <a:moveTo>
                  <a:pt x="235051" y="49072"/>
                </a:moveTo>
                <a:lnTo>
                  <a:pt x="234746" y="48310"/>
                </a:lnTo>
                <a:lnTo>
                  <a:pt x="233489" y="47066"/>
                </a:lnTo>
                <a:lnTo>
                  <a:pt x="232727" y="46761"/>
                </a:lnTo>
                <a:lnTo>
                  <a:pt x="230962" y="46761"/>
                </a:lnTo>
                <a:lnTo>
                  <a:pt x="230200" y="47066"/>
                </a:lnTo>
                <a:lnTo>
                  <a:pt x="228942" y="48310"/>
                </a:lnTo>
                <a:lnTo>
                  <a:pt x="228638" y="49072"/>
                </a:lnTo>
                <a:lnTo>
                  <a:pt x="228638" y="50838"/>
                </a:lnTo>
                <a:lnTo>
                  <a:pt x="228942" y="51587"/>
                </a:lnTo>
                <a:lnTo>
                  <a:pt x="230200" y="52844"/>
                </a:lnTo>
                <a:lnTo>
                  <a:pt x="230962" y="53149"/>
                </a:lnTo>
                <a:lnTo>
                  <a:pt x="232727" y="53149"/>
                </a:lnTo>
                <a:lnTo>
                  <a:pt x="233489" y="52844"/>
                </a:lnTo>
                <a:lnTo>
                  <a:pt x="234746" y="51587"/>
                </a:lnTo>
                <a:lnTo>
                  <a:pt x="235051" y="50838"/>
                </a:lnTo>
                <a:lnTo>
                  <a:pt x="235051" y="49949"/>
                </a:lnTo>
                <a:lnTo>
                  <a:pt x="235051" y="49072"/>
                </a:lnTo>
                <a:close/>
              </a:path>
              <a:path w="571500" h="999490">
                <a:moveTo>
                  <a:pt x="242608" y="49072"/>
                </a:moveTo>
                <a:lnTo>
                  <a:pt x="242290" y="48310"/>
                </a:lnTo>
                <a:lnTo>
                  <a:pt x="241046" y="47066"/>
                </a:lnTo>
                <a:lnTo>
                  <a:pt x="240284" y="46761"/>
                </a:lnTo>
                <a:lnTo>
                  <a:pt x="238506" y="46761"/>
                </a:lnTo>
                <a:lnTo>
                  <a:pt x="237756" y="47066"/>
                </a:lnTo>
                <a:lnTo>
                  <a:pt x="236499" y="48310"/>
                </a:lnTo>
                <a:lnTo>
                  <a:pt x="236181" y="49072"/>
                </a:lnTo>
                <a:lnTo>
                  <a:pt x="236181" y="50838"/>
                </a:lnTo>
                <a:lnTo>
                  <a:pt x="236499" y="51587"/>
                </a:lnTo>
                <a:lnTo>
                  <a:pt x="237756" y="52844"/>
                </a:lnTo>
                <a:lnTo>
                  <a:pt x="238506" y="53149"/>
                </a:lnTo>
                <a:lnTo>
                  <a:pt x="240284" y="53149"/>
                </a:lnTo>
                <a:lnTo>
                  <a:pt x="241046" y="52844"/>
                </a:lnTo>
                <a:lnTo>
                  <a:pt x="242290" y="51587"/>
                </a:lnTo>
                <a:lnTo>
                  <a:pt x="242608" y="50838"/>
                </a:lnTo>
                <a:lnTo>
                  <a:pt x="242608" y="49949"/>
                </a:lnTo>
                <a:lnTo>
                  <a:pt x="242608" y="49072"/>
                </a:lnTo>
                <a:close/>
              </a:path>
              <a:path w="571500" h="999490">
                <a:moveTo>
                  <a:pt x="250164" y="49072"/>
                </a:moveTo>
                <a:lnTo>
                  <a:pt x="249847" y="48310"/>
                </a:lnTo>
                <a:lnTo>
                  <a:pt x="248602" y="47066"/>
                </a:lnTo>
                <a:lnTo>
                  <a:pt x="247840" y="46761"/>
                </a:lnTo>
                <a:lnTo>
                  <a:pt x="246062" y="46761"/>
                </a:lnTo>
                <a:lnTo>
                  <a:pt x="245313" y="47066"/>
                </a:lnTo>
                <a:lnTo>
                  <a:pt x="244055" y="48310"/>
                </a:lnTo>
                <a:lnTo>
                  <a:pt x="243738" y="49072"/>
                </a:lnTo>
                <a:lnTo>
                  <a:pt x="243738" y="50838"/>
                </a:lnTo>
                <a:lnTo>
                  <a:pt x="244055" y="51587"/>
                </a:lnTo>
                <a:lnTo>
                  <a:pt x="245313" y="52844"/>
                </a:lnTo>
                <a:lnTo>
                  <a:pt x="246062" y="53149"/>
                </a:lnTo>
                <a:lnTo>
                  <a:pt x="247840" y="53149"/>
                </a:lnTo>
                <a:lnTo>
                  <a:pt x="248602" y="52844"/>
                </a:lnTo>
                <a:lnTo>
                  <a:pt x="249847" y="51587"/>
                </a:lnTo>
                <a:lnTo>
                  <a:pt x="250164" y="50838"/>
                </a:lnTo>
                <a:lnTo>
                  <a:pt x="250164" y="49949"/>
                </a:lnTo>
                <a:lnTo>
                  <a:pt x="250164" y="49072"/>
                </a:lnTo>
                <a:close/>
              </a:path>
              <a:path w="571500" h="999490">
                <a:moveTo>
                  <a:pt x="257721" y="49072"/>
                </a:moveTo>
                <a:lnTo>
                  <a:pt x="257403" y="48310"/>
                </a:lnTo>
                <a:lnTo>
                  <a:pt x="256146" y="47066"/>
                </a:lnTo>
                <a:lnTo>
                  <a:pt x="255397" y="46761"/>
                </a:lnTo>
                <a:lnTo>
                  <a:pt x="253619" y="46761"/>
                </a:lnTo>
                <a:lnTo>
                  <a:pt x="252869" y="47066"/>
                </a:lnTo>
                <a:lnTo>
                  <a:pt x="251612" y="48310"/>
                </a:lnTo>
                <a:lnTo>
                  <a:pt x="251294" y="49072"/>
                </a:lnTo>
                <a:lnTo>
                  <a:pt x="251294" y="50838"/>
                </a:lnTo>
                <a:lnTo>
                  <a:pt x="251612" y="51587"/>
                </a:lnTo>
                <a:lnTo>
                  <a:pt x="252869" y="52844"/>
                </a:lnTo>
                <a:lnTo>
                  <a:pt x="253619" y="53149"/>
                </a:lnTo>
                <a:lnTo>
                  <a:pt x="255397" y="53149"/>
                </a:lnTo>
                <a:lnTo>
                  <a:pt x="256146" y="52844"/>
                </a:lnTo>
                <a:lnTo>
                  <a:pt x="257403" y="51587"/>
                </a:lnTo>
                <a:lnTo>
                  <a:pt x="257721" y="50838"/>
                </a:lnTo>
                <a:lnTo>
                  <a:pt x="257721" y="49949"/>
                </a:lnTo>
                <a:lnTo>
                  <a:pt x="257721" y="49072"/>
                </a:lnTo>
                <a:close/>
              </a:path>
              <a:path w="571500" h="999490">
                <a:moveTo>
                  <a:pt x="265277" y="49072"/>
                </a:moveTo>
                <a:lnTo>
                  <a:pt x="264960" y="48310"/>
                </a:lnTo>
                <a:lnTo>
                  <a:pt x="263702" y="47066"/>
                </a:lnTo>
                <a:lnTo>
                  <a:pt x="262953" y="46761"/>
                </a:lnTo>
                <a:lnTo>
                  <a:pt x="261175" y="46761"/>
                </a:lnTo>
                <a:lnTo>
                  <a:pt x="260426" y="47066"/>
                </a:lnTo>
                <a:lnTo>
                  <a:pt x="259168" y="48310"/>
                </a:lnTo>
                <a:lnTo>
                  <a:pt x="258851" y="49072"/>
                </a:lnTo>
                <a:lnTo>
                  <a:pt x="258851" y="50838"/>
                </a:lnTo>
                <a:lnTo>
                  <a:pt x="259168" y="51587"/>
                </a:lnTo>
                <a:lnTo>
                  <a:pt x="260426" y="52844"/>
                </a:lnTo>
                <a:lnTo>
                  <a:pt x="261175" y="53149"/>
                </a:lnTo>
                <a:lnTo>
                  <a:pt x="262953" y="53149"/>
                </a:lnTo>
                <a:lnTo>
                  <a:pt x="263702" y="52844"/>
                </a:lnTo>
                <a:lnTo>
                  <a:pt x="264960" y="51587"/>
                </a:lnTo>
                <a:lnTo>
                  <a:pt x="265277" y="50838"/>
                </a:lnTo>
                <a:lnTo>
                  <a:pt x="265277" y="49949"/>
                </a:lnTo>
                <a:lnTo>
                  <a:pt x="265277" y="49072"/>
                </a:lnTo>
                <a:close/>
              </a:path>
              <a:path w="571500" h="999490">
                <a:moveTo>
                  <a:pt x="272834" y="49072"/>
                </a:moveTo>
                <a:lnTo>
                  <a:pt x="272516" y="48310"/>
                </a:lnTo>
                <a:lnTo>
                  <a:pt x="271259" y="47066"/>
                </a:lnTo>
                <a:lnTo>
                  <a:pt x="270510" y="46761"/>
                </a:lnTo>
                <a:lnTo>
                  <a:pt x="268732" y="46761"/>
                </a:lnTo>
                <a:lnTo>
                  <a:pt x="267970" y="47066"/>
                </a:lnTo>
                <a:lnTo>
                  <a:pt x="266725" y="48310"/>
                </a:lnTo>
                <a:lnTo>
                  <a:pt x="266407" y="49072"/>
                </a:lnTo>
                <a:lnTo>
                  <a:pt x="266407" y="50838"/>
                </a:lnTo>
                <a:lnTo>
                  <a:pt x="266725" y="51587"/>
                </a:lnTo>
                <a:lnTo>
                  <a:pt x="267970" y="52844"/>
                </a:lnTo>
                <a:lnTo>
                  <a:pt x="268732" y="53149"/>
                </a:lnTo>
                <a:lnTo>
                  <a:pt x="270510" y="53149"/>
                </a:lnTo>
                <a:lnTo>
                  <a:pt x="271259" y="52844"/>
                </a:lnTo>
                <a:lnTo>
                  <a:pt x="272516" y="51587"/>
                </a:lnTo>
                <a:lnTo>
                  <a:pt x="272834" y="50838"/>
                </a:lnTo>
                <a:lnTo>
                  <a:pt x="272834" y="49949"/>
                </a:lnTo>
                <a:lnTo>
                  <a:pt x="272834" y="49072"/>
                </a:lnTo>
                <a:close/>
              </a:path>
              <a:path w="571500" h="999490">
                <a:moveTo>
                  <a:pt x="280390" y="49072"/>
                </a:moveTo>
                <a:lnTo>
                  <a:pt x="280073" y="48310"/>
                </a:lnTo>
                <a:lnTo>
                  <a:pt x="278815" y="47066"/>
                </a:lnTo>
                <a:lnTo>
                  <a:pt x="278066" y="46761"/>
                </a:lnTo>
                <a:lnTo>
                  <a:pt x="276288" y="46761"/>
                </a:lnTo>
                <a:lnTo>
                  <a:pt x="275526" y="47066"/>
                </a:lnTo>
                <a:lnTo>
                  <a:pt x="274281" y="48310"/>
                </a:lnTo>
                <a:lnTo>
                  <a:pt x="273964" y="49072"/>
                </a:lnTo>
                <a:lnTo>
                  <a:pt x="273964" y="50838"/>
                </a:lnTo>
                <a:lnTo>
                  <a:pt x="274281" y="51587"/>
                </a:lnTo>
                <a:lnTo>
                  <a:pt x="275526" y="52844"/>
                </a:lnTo>
                <a:lnTo>
                  <a:pt x="276288" y="53149"/>
                </a:lnTo>
                <a:lnTo>
                  <a:pt x="278066" y="53149"/>
                </a:lnTo>
                <a:lnTo>
                  <a:pt x="278815" y="52844"/>
                </a:lnTo>
                <a:lnTo>
                  <a:pt x="280073" y="51587"/>
                </a:lnTo>
                <a:lnTo>
                  <a:pt x="280390" y="50838"/>
                </a:lnTo>
                <a:lnTo>
                  <a:pt x="280390" y="49949"/>
                </a:lnTo>
                <a:lnTo>
                  <a:pt x="280390" y="49072"/>
                </a:lnTo>
                <a:close/>
              </a:path>
              <a:path w="571500" h="999490">
                <a:moveTo>
                  <a:pt x="287947" y="49072"/>
                </a:moveTo>
                <a:lnTo>
                  <a:pt x="287629" y="48310"/>
                </a:lnTo>
                <a:lnTo>
                  <a:pt x="286372" y="47066"/>
                </a:lnTo>
                <a:lnTo>
                  <a:pt x="285610" y="46761"/>
                </a:lnTo>
                <a:lnTo>
                  <a:pt x="283845" y="46761"/>
                </a:lnTo>
                <a:lnTo>
                  <a:pt x="283083" y="47066"/>
                </a:lnTo>
                <a:lnTo>
                  <a:pt x="281838" y="48310"/>
                </a:lnTo>
                <a:lnTo>
                  <a:pt x="281520" y="49072"/>
                </a:lnTo>
                <a:lnTo>
                  <a:pt x="281520" y="50838"/>
                </a:lnTo>
                <a:lnTo>
                  <a:pt x="281838" y="51587"/>
                </a:lnTo>
                <a:lnTo>
                  <a:pt x="283083" y="52844"/>
                </a:lnTo>
                <a:lnTo>
                  <a:pt x="283845" y="53149"/>
                </a:lnTo>
                <a:lnTo>
                  <a:pt x="285610" y="53149"/>
                </a:lnTo>
                <a:lnTo>
                  <a:pt x="286372" y="52844"/>
                </a:lnTo>
                <a:lnTo>
                  <a:pt x="287629" y="51587"/>
                </a:lnTo>
                <a:lnTo>
                  <a:pt x="287947" y="50838"/>
                </a:lnTo>
                <a:lnTo>
                  <a:pt x="287947" y="49949"/>
                </a:lnTo>
                <a:lnTo>
                  <a:pt x="287947" y="49072"/>
                </a:lnTo>
                <a:close/>
              </a:path>
              <a:path w="571500" h="999490">
                <a:moveTo>
                  <a:pt x="295490" y="49072"/>
                </a:moveTo>
                <a:lnTo>
                  <a:pt x="295186" y="48310"/>
                </a:lnTo>
                <a:lnTo>
                  <a:pt x="293928" y="47066"/>
                </a:lnTo>
                <a:lnTo>
                  <a:pt x="293166" y="46761"/>
                </a:lnTo>
                <a:lnTo>
                  <a:pt x="291401" y="46761"/>
                </a:lnTo>
                <a:lnTo>
                  <a:pt x="290639" y="47066"/>
                </a:lnTo>
                <a:lnTo>
                  <a:pt x="289382" y="48310"/>
                </a:lnTo>
                <a:lnTo>
                  <a:pt x="289077" y="49072"/>
                </a:lnTo>
                <a:lnTo>
                  <a:pt x="289077" y="50838"/>
                </a:lnTo>
                <a:lnTo>
                  <a:pt x="289382" y="51587"/>
                </a:lnTo>
                <a:lnTo>
                  <a:pt x="290639" y="52844"/>
                </a:lnTo>
                <a:lnTo>
                  <a:pt x="291401" y="53149"/>
                </a:lnTo>
                <a:lnTo>
                  <a:pt x="293166" y="53149"/>
                </a:lnTo>
                <a:lnTo>
                  <a:pt x="293928" y="52844"/>
                </a:lnTo>
                <a:lnTo>
                  <a:pt x="295186" y="51587"/>
                </a:lnTo>
                <a:lnTo>
                  <a:pt x="295490" y="50838"/>
                </a:lnTo>
                <a:lnTo>
                  <a:pt x="295490" y="49949"/>
                </a:lnTo>
                <a:lnTo>
                  <a:pt x="295490" y="49072"/>
                </a:lnTo>
                <a:close/>
              </a:path>
              <a:path w="571500" h="999490">
                <a:moveTo>
                  <a:pt x="303047" y="49072"/>
                </a:moveTo>
                <a:lnTo>
                  <a:pt x="302742" y="48310"/>
                </a:lnTo>
                <a:lnTo>
                  <a:pt x="301485" y="47066"/>
                </a:lnTo>
                <a:lnTo>
                  <a:pt x="300723" y="46761"/>
                </a:lnTo>
                <a:lnTo>
                  <a:pt x="298958" y="46761"/>
                </a:lnTo>
                <a:lnTo>
                  <a:pt x="298196" y="47066"/>
                </a:lnTo>
                <a:lnTo>
                  <a:pt x="296938" y="48310"/>
                </a:lnTo>
                <a:lnTo>
                  <a:pt x="296633" y="49072"/>
                </a:lnTo>
                <a:lnTo>
                  <a:pt x="296633" y="50838"/>
                </a:lnTo>
                <a:lnTo>
                  <a:pt x="296938" y="51587"/>
                </a:lnTo>
                <a:lnTo>
                  <a:pt x="298196" y="52844"/>
                </a:lnTo>
                <a:lnTo>
                  <a:pt x="298958" y="53149"/>
                </a:lnTo>
                <a:lnTo>
                  <a:pt x="300723" y="53149"/>
                </a:lnTo>
                <a:lnTo>
                  <a:pt x="301485" y="52844"/>
                </a:lnTo>
                <a:lnTo>
                  <a:pt x="302742" y="51587"/>
                </a:lnTo>
                <a:lnTo>
                  <a:pt x="303047" y="50838"/>
                </a:lnTo>
                <a:lnTo>
                  <a:pt x="303047" y="49949"/>
                </a:lnTo>
                <a:lnTo>
                  <a:pt x="303047" y="49072"/>
                </a:lnTo>
                <a:close/>
              </a:path>
              <a:path w="571500" h="999490">
                <a:moveTo>
                  <a:pt x="310603" y="49072"/>
                </a:moveTo>
                <a:lnTo>
                  <a:pt x="310299" y="48310"/>
                </a:lnTo>
                <a:lnTo>
                  <a:pt x="309041" y="47066"/>
                </a:lnTo>
                <a:lnTo>
                  <a:pt x="308279" y="46761"/>
                </a:lnTo>
                <a:lnTo>
                  <a:pt x="306514" y="46761"/>
                </a:lnTo>
                <a:lnTo>
                  <a:pt x="305752" y="47066"/>
                </a:lnTo>
                <a:lnTo>
                  <a:pt x="304495" y="48310"/>
                </a:lnTo>
                <a:lnTo>
                  <a:pt x="304190" y="49072"/>
                </a:lnTo>
                <a:lnTo>
                  <a:pt x="304190" y="50838"/>
                </a:lnTo>
                <a:lnTo>
                  <a:pt x="304495" y="51587"/>
                </a:lnTo>
                <a:lnTo>
                  <a:pt x="305752" y="52844"/>
                </a:lnTo>
                <a:lnTo>
                  <a:pt x="306514" y="53149"/>
                </a:lnTo>
                <a:lnTo>
                  <a:pt x="308279" y="53149"/>
                </a:lnTo>
                <a:lnTo>
                  <a:pt x="309041" y="52844"/>
                </a:lnTo>
                <a:lnTo>
                  <a:pt x="310299" y="51587"/>
                </a:lnTo>
                <a:lnTo>
                  <a:pt x="310603" y="50838"/>
                </a:lnTo>
                <a:lnTo>
                  <a:pt x="310603" y="49949"/>
                </a:lnTo>
                <a:lnTo>
                  <a:pt x="310603" y="49072"/>
                </a:lnTo>
                <a:close/>
              </a:path>
              <a:path w="571500" h="999490">
                <a:moveTo>
                  <a:pt x="318160" y="49072"/>
                </a:moveTo>
                <a:lnTo>
                  <a:pt x="317842" y="48310"/>
                </a:lnTo>
                <a:lnTo>
                  <a:pt x="316598" y="47066"/>
                </a:lnTo>
                <a:lnTo>
                  <a:pt x="315836" y="46761"/>
                </a:lnTo>
                <a:lnTo>
                  <a:pt x="314058" y="46761"/>
                </a:lnTo>
                <a:lnTo>
                  <a:pt x="313309" y="47066"/>
                </a:lnTo>
                <a:lnTo>
                  <a:pt x="312051" y="48310"/>
                </a:lnTo>
                <a:lnTo>
                  <a:pt x="311734" y="49072"/>
                </a:lnTo>
                <a:lnTo>
                  <a:pt x="311734" y="50838"/>
                </a:lnTo>
                <a:lnTo>
                  <a:pt x="312051" y="51587"/>
                </a:lnTo>
                <a:lnTo>
                  <a:pt x="313309" y="52844"/>
                </a:lnTo>
                <a:lnTo>
                  <a:pt x="314058" y="53149"/>
                </a:lnTo>
                <a:lnTo>
                  <a:pt x="315836" y="53149"/>
                </a:lnTo>
                <a:lnTo>
                  <a:pt x="316598" y="52844"/>
                </a:lnTo>
                <a:lnTo>
                  <a:pt x="317842" y="51587"/>
                </a:lnTo>
                <a:lnTo>
                  <a:pt x="318160" y="50838"/>
                </a:lnTo>
                <a:lnTo>
                  <a:pt x="318160" y="49949"/>
                </a:lnTo>
                <a:lnTo>
                  <a:pt x="318160" y="49072"/>
                </a:lnTo>
                <a:close/>
              </a:path>
              <a:path w="571500" h="999490">
                <a:moveTo>
                  <a:pt x="325716" y="49072"/>
                </a:moveTo>
                <a:lnTo>
                  <a:pt x="325399" y="48310"/>
                </a:lnTo>
                <a:lnTo>
                  <a:pt x="324154" y="47066"/>
                </a:lnTo>
                <a:lnTo>
                  <a:pt x="323392" y="46761"/>
                </a:lnTo>
                <a:lnTo>
                  <a:pt x="321614" y="46761"/>
                </a:lnTo>
                <a:lnTo>
                  <a:pt x="320865" y="47066"/>
                </a:lnTo>
                <a:lnTo>
                  <a:pt x="319608" y="48310"/>
                </a:lnTo>
                <a:lnTo>
                  <a:pt x="319290" y="49072"/>
                </a:lnTo>
                <a:lnTo>
                  <a:pt x="319290" y="50838"/>
                </a:lnTo>
                <a:lnTo>
                  <a:pt x="319608" y="51587"/>
                </a:lnTo>
                <a:lnTo>
                  <a:pt x="320865" y="52844"/>
                </a:lnTo>
                <a:lnTo>
                  <a:pt x="321614" y="53149"/>
                </a:lnTo>
                <a:lnTo>
                  <a:pt x="323392" y="53149"/>
                </a:lnTo>
                <a:lnTo>
                  <a:pt x="324154" y="52844"/>
                </a:lnTo>
                <a:lnTo>
                  <a:pt x="325399" y="51587"/>
                </a:lnTo>
                <a:lnTo>
                  <a:pt x="325716" y="50838"/>
                </a:lnTo>
                <a:lnTo>
                  <a:pt x="325716" y="49949"/>
                </a:lnTo>
                <a:lnTo>
                  <a:pt x="325716" y="49072"/>
                </a:lnTo>
                <a:close/>
              </a:path>
              <a:path w="571500" h="999490">
                <a:moveTo>
                  <a:pt x="333273" y="49072"/>
                </a:moveTo>
                <a:lnTo>
                  <a:pt x="332955" y="48310"/>
                </a:lnTo>
                <a:lnTo>
                  <a:pt x="331698" y="47066"/>
                </a:lnTo>
                <a:lnTo>
                  <a:pt x="330949" y="46761"/>
                </a:lnTo>
                <a:lnTo>
                  <a:pt x="329171" y="46761"/>
                </a:lnTo>
                <a:lnTo>
                  <a:pt x="328422" y="47066"/>
                </a:lnTo>
                <a:lnTo>
                  <a:pt x="327164" y="48310"/>
                </a:lnTo>
                <a:lnTo>
                  <a:pt x="326847" y="49072"/>
                </a:lnTo>
                <a:lnTo>
                  <a:pt x="326847" y="50838"/>
                </a:lnTo>
                <a:lnTo>
                  <a:pt x="327164" y="51587"/>
                </a:lnTo>
                <a:lnTo>
                  <a:pt x="328422" y="52844"/>
                </a:lnTo>
                <a:lnTo>
                  <a:pt x="329171" y="53149"/>
                </a:lnTo>
                <a:lnTo>
                  <a:pt x="330949" y="53149"/>
                </a:lnTo>
                <a:lnTo>
                  <a:pt x="331698" y="52844"/>
                </a:lnTo>
                <a:lnTo>
                  <a:pt x="332955" y="51587"/>
                </a:lnTo>
                <a:lnTo>
                  <a:pt x="333273" y="50838"/>
                </a:lnTo>
                <a:lnTo>
                  <a:pt x="333273" y="49949"/>
                </a:lnTo>
                <a:lnTo>
                  <a:pt x="333273" y="49072"/>
                </a:lnTo>
                <a:close/>
              </a:path>
              <a:path w="571500" h="999490">
                <a:moveTo>
                  <a:pt x="340829" y="49072"/>
                </a:moveTo>
                <a:lnTo>
                  <a:pt x="340512" y="48310"/>
                </a:lnTo>
                <a:lnTo>
                  <a:pt x="339255" y="47066"/>
                </a:lnTo>
                <a:lnTo>
                  <a:pt x="338505" y="46761"/>
                </a:lnTo>
                <a:lnTo>
                  <a:pt x="336727" y="46761"/>
                </a:lnTo>
                <a:lnTo>
                  <a:pt x="335978" y="47066"/>
                </a:lnTo>
                <a:lnTo>
                  <a:pt x="334721" y="48310"/>
                </a:lnTo>
                <a:lnTo>
                  <a:pt x="334403" y="49072"/>
                </a:lnTo>
                <a:lnTo>
                  <a:pt x="334403" y="50838"/>
                </a:lnTo>
                <a:lnTo>
                  <a:pt x="334721" y="51587"/>
                </a:lnTo>
                <a:lnTo>
                  <a:pt x="335978" y="52844"/>
                </a:lnTo>
                <a:lnTo>
                  <a:pt x="336727" y="53149"/>
                </a:lnTo>
                <a:lnTo>
                  <a:pt x="338505" y="53149"/>
                </a:lnTo>
                <a:lnTo>
                  <a:pt x="339255" y="52844"/>
                </a:lnTo>
                <a:lnTo>
                  <a:pt x="340512" y="51587"/>
                </a:lnTo>
                <a:lnTo>
                  <a:pt x="340829" y="50838"/>
                </a:lnTo>
                <a:lnTo>
                  <a:pt x="340829" y="49949"/>
                </a:lnTo>
                <a:lnTo>
                  <a:pt x="340829" y="49072"/>
                </a:lnTo>
                <a:close/>
              </a:path>
              <a:path w="571500" h="999490">
                <a:moveTo>
                  <a:pt x="571449" y="345351"/>
                </a:moveTo>
                <a:lnTo>
                  <a:pt x="571258" y="344703"/>
                </a:lnTo>
                <a:lnTo>
                  <a:pt x="571258" y="343903"/>
                </a:lnTo>
                <a:lnTo>
                  <a:pt x="565518" y="343166"/>
                </a:lnTo>
                <a:lnTo>
                  <a:pt x="565404" y="267893"/>
                </a:lnTo>
                <a:lnTo>
                  <a:pt x="565302" y="145656"/>
                </a:lnTo>
                <a:lnTo>
                  <a:pt x="565264" y="100380"/>
                </a:lnTo>
                <a:lnTo>
                  <a:pt x="564476" y="91757"/>
                </a:lnTo>
                <a:lnTo>
                  <a:pt x="563092" y="83210"/>
                </a:lnTo>
                <a:lnTo>
                  <a:pt x="561111" y="74726"/>
                </a:lnTo>
                <a:lnTo>
                  <a:pt x="560870" y="73977"/>
                </a:lnTo>
                <a:lnTo>
                  <a:pt x="558723" y="67284"/>
                </a:lnTo>
                <a:lnTo>
                  <a:pt x="540550" y="34505"/>
                </a:lnTo>
                <a:lnTo>
                  <a:pt x="536549" y="29565"/>
                </a:lnTo>
                <a:lnTo>
                  <a:pt x="531431" y="24396"/>
                </a:lnTo>
                <a:lnTo>
                  <a:pt x="531431" y="145656"/>
                </a:lnTo>
                <a:lnTo>
                  <a:pt x="531431" y="882154"/>
                </a:lnTo>
                <a:lnTo>
                  <a:pt x="358000" y="882154"/>
                </a:lnTo>
                <a:lnTo>
                  <a:pt x="358000" y="940765"/>
                </a:lnTo>
                <a:lnTo>
                  <a:pt x="357974" y="940981"/>
                </a:lnTo>
                <a:lnTo>
                  <a:pt x="340436" y="964463"/>
                </a:lnTo>
                <a:lnTo>
                  <a:pt x="249885" y="964463"/>
                </a:lnTo>
                <a:lnTo>
                  <a:pt x="237832" y="964730"/>
                </a:lnTo>
                <a:lnTo>
                  <a:pt x="213956" y="940981"/>
                </a:lnTo>
                <a:lnTo>
                  <a:pt x="213842" y="937653"/>
                </a:lnTo>
                <a:lnTo>
                  <a:pt x="342442" y="916508"/>
                </a:lnTo>
                <a:lnTo>
                  <a:pt x="348576" y="921359"/>
                </a:lnTo>
                <a:lnTo>
                  <a:pt x="353428" y="928535"/>
                </a:lnTo>
                <a:lnTo>
                  <a:pt x="356539" y="934453"/>
                </a:lnTo>
                <a:lnTo>
                  <a:pt x="356628" y="934707"/>
                </a:lnTo>
                <a:lnTo>
                  <a:pt x="358000" y="940765"/>
                </a:lnTo>
                <a:lnTo>
                  <a:pt x="358000" y="882154"/>
                </a:lnTo>
                <a:lnTo>
                  <a:pt x="40233" y="882154"/>
                </a:lnTo>
                <a:lnTo>
                  <a:pt x="40233" y="319608"/>
                </a:lnTo>
                <a:lnTo>
                  <a:pt x="40233" y="267144"/>
                </a:lnTo>
                <a:lnTo>
                  <a:pt x="40233" y="242849"/>
                </a:lnTo>
                <a:lnTo>
                  <a:pt x="40233" y="190690"/>
                </a:lnTo>
                <a:lnTo>
                  <a:pt x="40233" y="145948"/>
                </a:lnTo>
                <a:lnTo>
                  <a:pt x="41986" y="145808"/>
                </a:lnTo>
                <a:lnTo>
                  <a:pt x="43370" y="145656"/>
                </a:lnTo>
                <a:lnTo>
                  <a:pt x="531431" y="145656"/>
                </a:lnTo>
                <a:lnTo>
                  <a:pt x="531431" y="24396"/>
                </a:lnTo>
                <a:lnTo>
                  <a:pt x="498436" y="3695"/>
                </a:lnTo>
                <a:lnTo>
                  <a:pt x="470408" y="0"/>
                </a:lnTo>
                <a:lnTo>
                  <a:pt x="434301" y="0"/>
                </a:lnTo>
                <a:lnTo>
                  <a:pt x="434301" y="57772"/>
                </a:lnTo>
                <a:lnTo>
                  <a:pt x="433971" y="59524"/>
                </a:lnTo>
                <a:lnTo>
                  <a:pt x="420662" y="73393"/>
                </a:lnTo>
                <a:lnTo>
                  <a:pt x="420827" y="73393"/>
                </a:lnTo>
                <a:lnTo>
                  <a:pt x="418223" y="73977"/>
                </a:lnTo>
                <a:lnTo>
                  <a:pt x="412991" y="73977"/>
                </a:lnTo>
                <a:lnTo>
                  <a:pt x="397192" y="57772"/>
                </a:lnTo>
                <a:lnTo>
                  <a:pt x="397040" y="56857"/>
                </a:lnTo>
                <a:lnTo>
                  <a:pt x="399351" y="45542"/>
                </a:lnTo>
                <a:lnTo>
                  <a:pt x="400926" y="43078"/>
                </a:lnTo>
                <a:lnTo>
                  <a:pt x="402640" y="40398"/>
                </a:lnTo>
                <a:lnTo>
                  <a:pt x="408571" y="36106"/>
                </a:lnTo>
                <a:lnTo>
                  <a:pt x="415709" y="34505"/>
                </a:lnTo>
                <a:lnTo>
                  <a:pt x="422808" y="36106"/>
                </a:lnTo>
                <a:lnTo>
                  <a:pt x="434301" y="57772"/>
                </a:lnTo>
                <a:lnTo>
                  <a:pt x="434301" y="0"/>
                </a:lnTo>
                <a:lnTo>
                  <a:pt x="342455" y="0"/>
                </a:lnTo>
                <a:lnTo>
                  <a:pt x="342455" y="46596"/>
                </a:lnTo>
                <a:lnTo>
                  <a:pt x="342366" y="54737"/>
                </a:lnTo>
                <a:lnTo>
                  <a:pt x="247967" y="54737"/>
                </a:lnTo>
                <a:lnTo>
                  <a:pt x="230505" y="54902"/>
                </a:lnTo>
                <a:lnTo>
                  <a:pt x="227584" y="54902"/>
                </a:lnTo>
                <a:lnTo>
                  <a:pt x="227482" y="54737"/>
                </a:lnTo>
                <a:lnTo>
                  <a:pt x="227050" y="54063"/>
                </a:lnTo>
                <a:lnTo>
                  <a:pt x="226936" y="46405"/>
                </a:lnTo>
                <a:lnTo>
                  <a:pt x="227634" y="45542"/>
                </a:lnTo>
                <a:lnTo>
                  <a:pt x="341515" y="45542"/>
                </a:lnTo>
                <a:lnTo>
                  <a:pt x="342455" y="46596"/>
                </a:lnTo>
                <a:lnTo>
                  <a:pt x="342455" y="0"/>
                </a:lnTo>
                <a:lnTo>
                  <a:pt x="213525" y="0"/>
                </a:lnTo>
                <a:lnTo>
                  <a:pt x="213525" y="52349"/>
                </a:lnTo>
                <a:lnTo>
                  <a:pt x="212864" y="54063"/>
                </a:lnTo>
                <a:lnTo>
                  <a:pt x="210286" y="56857"/>
                </a:lnTo>
                <a:lnTo>
                  <a:pt x="210413" y="56857"/>
                </a:lnTo>
                <a:lnTo>
                  <a:pt x="208534" y="57772"/>
                </a:lnTo>
                <a:lnTo>
                  <a:pt x="204444" y="57772"/>
                </a:lnTo>
                <a:lnTo>
                  <a:pt x="202336" y="56857"/>
                </a:lnTo>
                <a:lnTo>
                  <a:pt x="202717" y="56857"/>
                </a:lnTo>
                <a:lnTo>
                  <a:pt x="200609" y="54737"/>
                </a:lnTo>
                <a:lnTo>
                  <a:pt x="200279" y="54330"/>
                </a:lnTo>
                <a:lnTo>
                  <a:pt x="200164" y="54063"/>
                </a:lnTo>
                <a:lnTo>
                  <a:pt x="200075" y="53873"/>
                </a:lnTo>
                <a:lnTo>
                  <a:pt x="199631" y="52819"/>
                </a:lnTo>
                <a:lnTo>
                  <a:pt x="199567" y="50927"/>
                </a:lnTo>
                <a:lnTo>
                  <a:pt x="199364" y="48895"/>
                </a:lnTo>
                <a:lnTo>
                  <a:pt x="199936" y="47104"/>
                </a:lnTo>
                <a:lnTo>
                  <a:pt x="201282" y="45542"/>
                </a:lnTo>
                <a:lnTo>
                  <a:pt x="202806" y="43903"/>
                </a:lnTo>
                <a:lnTo>
                  <a:pt x="204508" y="43078"/>
                </a:lnTo>
                <a:lnTo>
                  <a:pt x="208127" y="43078"/>
                </a:lnTo>
                <a:lnTo>
                  <a:pt x="210007" y="43903"/>
                </a:lnTo>
                <a:lnTo>
                  <a:pt x="212636" y="46596"/>
                </a:lnTo>
                <a:lnTo>
                  <a:pt x="212839" y="46875"/>
                </a:lnTo>
                <a:lnTo>
                  <a:pt x="212928" y="47104"/>
                </a:lnTo>
                <a:lnTo>
                  <a:pt x="213487" y="48412"/>
                </a:lnTo>
                <a:lnTo>
                  <a:pt x="213525" y="52349"/>
                </a:lnTo>
                <a:lnTo>
                  <a:pt x="213525" y="0"/>
                </a:lnTo>
                <a:lnTo>
                  <a:pt x="187629" y="0"/>
                </a:lnTo>
                <a:lnTo>
                  <a:pt x="187629" y="52349"/>
                </a:lnTo>
                <a:lnTo>
                  <a:pt x="186956" y="54063"/>
                </a:lnTo>
                <a:lnTo>
                  <a:pt x="184391" y="56857"/>
                </a:lnTo>
                <a:lnTo>
                  <a:pt x="184518" y="56857"/>
                </a:lnTo>
                <a:lnTo>
                  <a:pt x="182626" y="57772"/>
                </a:lnTo>
                <a:lnTo>
                  <a:pt x="178536" y="57772"/>
                </a:lnTo>
                <a:lnTo>
                  <a:pt x="176428" y="56857"/>
                </a:lnTo>
                <a:lnTo>
                  <a:pt x="176822" y="56857"/>
                </a:lnTo>
                <a:lnTo>
                  <a:pt x="174713" y="54737"/>
                </a:lnTo>
                <a:lnTo>
                  <a:pt x="174371" y="54330"/>
                </a:lnTo>
                <a:lnTo>
                  <a:pt x="174256" y="54063"/>
                </a:lnTo>
                <a:lnTo>
                  <a:pt x="174180" y="53873"/>
                </a:lnTo>
                <a:lnTo>
                  <a:pt x="173723" y="52819"/>
                </a:lnTo>
                <a:lnTo>
                  <a:pt x="173672" y="50927"/>
                </a:lnTo>
                <a:lnTo>
                  <a:pt x="173469" y="48895"/>
                </a:lnTo>
                <a:lnTo>
                  <a:pt x="174028" y="47104"/>
                </a:lnTo>
                <a:lnTo>
                  <a:pt x="175374" y="45542"/>
                </a:lnTo>
                <a:lnTo>
                  <a:pt x="176911" y="43903"/>
                </a:lnTo>
                <a:lnTo>
                  <a:pt x="178612" y="43078"/>
                </a:lnTo>
                <a:lnTo>
                  <a:pt x="182232" y="43078"/>
                </a:lnTo>
                <a:lnTo>
                  <a:pt x="184099" y="43903"/>
                </a:lnTo>
                <a:lnTo>
                  <a:pt x="186740" y="46596"/>
                </a:lnTo>
                <a:lnTo>
                  <a:pt x="186931" y="46875"/>
                </a:lnTo>
                <a:lnTo>
                  <a:pt x="187020" y="47104"/>
                </a:lnTo>
                <a:lnTo>
                  <a:pt x="187579" y="48412"/>
                </a:lnTo>
                <a:lnTo>
                  <a:pt x="187629" y="52349"/>
                </a:lnTo>
                <a:lnTo>
                  <a:pt x="187629" y="0"/>
                </a:lnTo>
                <a:lnTo>
                  <a:pt x="97548" y="0"/>
                </a:lnTo>
                <a:lnTo>
                  <a:pt x="89801" y="457"/>
                </a:lnTo>
                <a:lnTo>
                  <a:pt x="51625" y="15125"/>
                </a:lnTo>
                <a:lnTo>
                  <a:pt x="17678" y="54902"/>
                </a:lnTo>
                <a:lnTo>
                  <a:pt x="6705" y="91757"/>
                </a:lnTo>
                <a:lnTo>
                  <a:pt x="6019" y="189915"/>
                </a:lnTo>
                <a:lnTo>
                  <a:pt x="5943" y="190690"/>
                </a:lnTo>
                <a:lnTo>
                  <a:pt x="0" y="189915"/>
                </a:lnTo>
                <a:lnTo>
                  <a:pt x="88" y="190690"/>
                </a:lnTo>
                <a:lnTo>
                  <a:pt x="165" y="242074"/>
                </a:lnTo>
                <a:lnTo>
                  <a:pt x="711" y="243395"/>
                </a:lnTo>
                <a:lnTo>
                  <a:pt x="3238" y="243154"/>
                </a:lnTo>
                <a:lnTo>
                  <a:pt x="5270" y="242849"/>
                </a:lnTo>
                <a:lnTo>
                  <a:pt x="6159" y="243713"/>
                </a:lnTo>
                <a:lnTo>
                  <a:pt x="6159" y="266128"/>
                </a:lnTo>
                <a:lnTo>
                  <a:pt x="5397" y="267144"/>
                </a:lnTo>
                <a:lnTo>
                  <a:pt x="736" y="266496"/>
                </a:lnTo>
                <a:lnTo>
                  <a:pt x="215" y="267893"/>
                </a:lnTo>
                <a:lnTo>
                  <a:pt x="190" y="318693"/>
                </a:lnTo>
                <a:lnTo>
                  <a:pt x="711" y="320167"/>
                </a:lnTo>
                <a:lnTo>
                  <a:pt x="5511" y="319608"/>
                </a:lnTo>
                <a:lnTo>
                  <a:pt x="6108" y="320789"/>
                </a:lnTo>
                <a:lnTo>
                  <a:pt x="6159" y="908100"/>
                </a:lnTo>
                <a:lnTo>
                  <a:pt x="7848" y="917130"/>
                </a:lnTo>
                <a:lnTo>
                  <a:pt x="13411" y="934707"/>
                </a:lnTo>
                <a:lnTo>
                  <a:pt x="45935" y="979970"/>
                </a:lnTo>
                <a:lnTo>
                  <a:pt x="83858" y="997839"/>
                </a:lnTo>
                <a:lnTo>
                  <a:pt x="83451" y="997839"/>
                </a:lnTo>
                <a:lnTo>
                  <a:pt x="98488" y="998969"/>
                </a:lnTo>
                <a:lnTo>
                  <a:pt x="478955" y="998969"/>
                </a:lnTo>
                <a:lnTo>
                  <a:pt x="521474" y="983462"/>
                </a:lnTo>
                <a:lnTo>
                  <a:pt x="540702" y="964730"/>
                </a:lnTo>
                <a:lnTo>
                  <a:pt x="545058" y="959091"/>
                </a:lnTo>
                <a:lnTo>
                  <a:pt x="561962" y="922312"/>
                </a:lnTo>
                <a:lnTo>
                  <a:pt x="565569" y="893406"/>
                </a:lnTo>
                <a:lnTo>
                  <a:pt x="565569" y="882154"/>
                </a:lnTo>
                <a:lnTo>
                  <a:pt x="565569" y="400011"/>
                </a:lnTo>
                <a:lnTo>
                  <a:pt x="565353" y="397649"/>
                </a:lnTo>
                <a:lnTo>
                  <a:pt x="566051" y="396252"/>
                </a:lnTo>
                <a:lnTo>
                  <a:pt x="568756" y="396519"/>
                </a:lnTo>
                <a:lnTo>
                  <a:pt x="570801" y="396760"/>
                </a:lnTo>
                <a:lnTo>
                  <a:pt x="571131" y="396252"/>
                </a:lnTo>
                <a:lnTo>
                  <a:pt x="571449" y="395732"/>
                </a:lnTo>
                <a:lnTo>
                  <a:pt x="571449" y="345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56709" y="9277108"/>
            <a:ext cx="714374" cy="1007334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1300497" y="4965870"/>
            <a:ext cx="436880" cy="17773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0" spc="-3250" b="1">
                <a:solidFill>
                  <a:srgbClr val="152540"/>
                </a:solidFill>
                <a:latin typeface="Arial"/>
                <a:cs typeface="Arial"/>
              </a:rPr>
              <a:t>1</a:t>
            </a:r>
            <a:endParaRPr sz="115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891522" y="1925446"/>
            <a:ext cx="8598535" cy="3001645"/>
          </a:xfrm>
          <a:prstGeom prst="rect"/>
        </p:spPr>
        <p:txBody>
          <a:bodyPr wrap="square" lIns="0" tIns="616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55"/>
              </a:spcBef>
            </a:pPr>
            <a:r>
              <a:rPr dirty="0" sz="7300" spc="685">
                <a:solidFill>
                  <a:srgbClr val="152540"/>
                </a:solidFill>
                <a:latin typeface="Trebuchet MS"/>
                <a:cs typeface="Trebuchet MS"/>
              </a:rPr>
              <a:t>FUNDAMENTALE</a:t>
            </a:r>
            <a:r>
              <a:rPr dirty="0" sz="7300">
                <a:solidFill>
                  <a:srgbClr val="152540"/>
                </a:solidFill>
                <a:latin typeface="Trebuchet MS"/>
                <a:cs typeface="Trebuchet MS"/>
              </a:rPr>
              <a:t>S</a:t>
            </a:r>
            <a:endParaRPr sz="7300">
              <a:latin typeface="Trebuchet MS"/>
              <a:cs typeface="Trebuchet MS"/>
            </a:endParaRPr>
          </a:p>
          <a:p>
            <a:pPr marL="12700" marR="486409">
              <a:lnSpc>
                <a:spcPct val="116799"/>
              </a:lnSpc>
              <a:spcBef>
                <a:spcPts val="1365"/>
              </a:spcBef>
            </a:pPr>
            <a:r>
              <a:rPr dirty="0" sz="3050" spc="170" b="0">
                <a:solidFill>
                  <a:srgbClr val="152540"/>
                </a:solidFill>
                <a:latin typeface="Trebuchet MS"/>
                <a:cs typeface="Trebuchet MS"/>
              </a:rPr>
              <a:t>Se</a:t>
            </a:r>
            <a:r>
              <a:rPr dirty="0" sz="3050" spc="75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han</a:t>
            </a:r>
            <a:r>
              <a:rPr dirty="0" sz="3050" spc="95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propuesto</a:t>
            </a:r>
            <a:r>
              <a:rPr dirty="0" sz="3050" spc="85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spc="-290" b="0">
                <a:solidFill>
                  <a:srgbClr val="152540"/>
                </a:solidFill>
                <a:latin typeface="Trebuchet MS"/>
                <a:cs typeface="Trebuchet MS"/>
              </a:rPr>
              <a:t>10</a:t>
            </a:r>
            <a:r>
              <a:rPr dirty="0" sz="3050" spc="90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saberes</a:t>
            </a:r>
            <a:r>
              <a:rPr dirty="0" sz="3050" spc="90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que</a:t>
            </a:r>
            <a:r>
              <a:rPr dirty="0" sz="3050" spc="90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integran</a:t>
            </a:r>
            <a:r>
              <a:rPr dirty="0" sz="3050" spc="90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spc="-25" b="0">
                <a:solidFill>
                  <a:srgbClr val="152540"/>
                </a:solidFill>
                <a:latin typeface="Trebuchet MS"/>
                <a:cs typeface="Trebuchet MS"/>
              </a:rPr>
              <a:t>una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estrategia</a:t>
            </a:r>
            <a:r>
              <a:rPr dirty="0" sz="3050" spc="114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050" spc="120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investigacion</a:t>
            </a:r>
            <a:r>
              <a:rPr dirty="0" sz="3050" spc="125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b="0">
                <a:solidFill>
                  <a:srgbClr val="152540"/>
                </a:solidFill>
                <a:latin typeface="Trebuchet MS"/>
                <a:cs typeface="Trebuchet MS"/>
              </a:rPr>
              <a:t>mas</a:t>
            </a:r>
            <a:r>
              <a:rPr dirty="0" sz="3050" spc="125" b="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050" spc="-10" b="0">
                <a:solidFill>
                  <a:srgbClr val="152540"/>
                </a:solidFill>
                <a:latin typeface="Trebuchet MS"/>
                <a:cs typeface="Trebuchet MS"/>
              </a:rPr>
              <a:t>amplia: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421017" y="5633985"/>
            <a:ext cx="833120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9270" algn="l"/>
                <a:tab pos="3275965" algn="l"/>
                <a:tab pos="6994525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90">
                <a:solidFill>
                  <a:srgbClr val="152540"/>
                </a:solidFill>
                <a:latin typeface="Trebuchet MS"/>
                <a:cs typeface="Trebuchet MS"/>
              </a:rPr>
              <a:t>USAR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85">
                <a:solidFill>
                  <a:srgbClr val="152540"/>
                </a:solidFill>
                <a:latin typeface="Trebuchet MS"/>
                <a:cs typeface="Trebuchet MS"/>
              </a:rPr>
              <a:t>DISPOSITIVOS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270">
                <a:solidFill>
                  <a:srgbClr val="152540"/>
                </a:solidFill>
                <a:latin typeface="Trebuchet MS"/>
                <a:cs typeface="Trebuchet MS"/>
              </a:rPr>
              <a:t>DSP)</a:t>
            </a:r>
            <a:endParaRPr sz="3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375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496687" y="7880846"/>
            <a:ext cx="3791585" cy="2406650"/>
            <a:chOff x="14496687" y="7880846"/>
            <a:chExt cx="3791585" cy="2406650"/>
          </a:xfrm>
        </p:grpSpPr>
        <p:sp>
          <p:nvSpPr>
            <p:cNvPr id="4" name="object 4" descr=""/>
            <p:cNvSpPr/>
            <p:nvPr/>
          </p:nvSpPr>
          <p:spPr>
            <a:xfrm>
              <a:off x="14707347" y="8850286"/>
              <a:ext cx="3580765" cy="1437005"/>
            </a:xfrm>
            <a:custGeom>
              <a:avLst/>
              <a:gdLst/>
              <a:ahLst/>
              <a:cxnLst/>
              <a:rect l="l" t="t" r="r" b="b"/>
              <a:pathLst>
                <a:path w="3580765" h="1437004">
                  <a:moveTo>
                    <a:pt x="3580651" y="0"/>
                  </a:moveTo>
                  <a:lnTo>
                    <a:pt x="3580651" y="1436713"/>
                  </a:lnTo>
                  <a:lnTo>
                    <a:pt x="57811" y="1436713"/>
                  </a:lnTo>
                  <a:lnTo>
                    <a:pt x="18221" y="1338279"/>
                  </a:lnTo>
                  <a:lnTo>
                    <a:pt x="0" y="1292319"/>
                  </a:lnTo>
                  <a:lnTo>
                    <a:pt x="37128" y="1261328"/>
                  </a:lnTo>
                  <a:lnTo>
                    <a:pt x="111002" y="1198301"/>
                  </a:lnTo>
                  <a:lnTo>
                    <a:pt x="148694" y="1167418"/>
                  </a:lnTo>
                  <a:lnTo>
                    <a:pt x="187520" y="1137723"/>
                  </a:lnTo>
                  <a:lnTo>
                    <a:pt x="229680" y="1108231"/>
                  </a:lnTo>
                  <a:lnTo>
                    <a:pt x="272289" y="1079819"/>
                  </a:lnTo>
                  <a:lnTo>
                    <a:pt x="315340" y="1052468"/>
                  </a:lnTo>
                  <a:lnTo>
                    <a:pt x="358825" y="1026159"/>
                  </a:lnTo>
                  <a:lnTo>
                    <a:pt x="402737" y="1000875"/>
                  </a:lnTo>
                  <a:lnTo>
                    <a:pt x="447068" y="976597"/>
                  </a:lnTo>
                  <a:lnTo>
                    <a:pt x="491810" y="953307"/>
                  </a:lnTo>
                  <a:lnTo>
                    <a:pt x="536957" y="930986"/>
                  </a:lnTo>
                  <a:lnTo>
                    <a:pt x="582501" y="909616"/>
                  </a:lnTo>
                  <a:lnTo>
                    <a:pt x="628434" y="889178"/>
                  </a:lnTo>
                  <a:lnTo>
                    <a:pt x="674748" y="869654"/>
                  </a:lnTo>
                  <a:lnTo>
                    <a:pt x="721437" y="851026"/>
                  </a:lnTo>
                  <a:lnTo>
                    <a:pt x="768494" y="833275"/>
                  </a:lnTo>
                  <a:lnTo>
                    <a:pt x="815909" y="816383"/>
                  </a:lnTo>
                  <a:lnTo>
                    <a:pt x="863676" y="800331"/>
                  </a:lnTo>
                  <a:lnTo>
                    <a:pt x="911788" y="785101"/>
                  </a:lnTo>
                  <a:lnTo>
                    <a:pt x="960237" y="770674"/>
                  </a:lnTo>
                  <a:lnTo>
                    <a:pt x="1009016" y="757033"/>
                  </a:lnTo>
                  <a:lnTo>
                    <a:pt x="1058116" y="744158"/>
                  </a:lnTo>
                  <a:lnTo>
                    <a:pt x="1107531" y="732032"/>
                  </a:lnTo>
                  <a:lnTo>
                    <a:pt x="1157254" y="720636"/>
                  </a:lnTo>
                  <a:lnTo>
                    <a:pt x="1207275" y="709951"/>
                  </a:lnTo>
                  <a:lnTo>
                    <a:pt x="1257589" y="699959"/>
                  </a:lnTo>
                  <a:lnTo>
                    <a:pt x="1354700" y="682327"/>
                  </a:lnTo>
                  <a:lnTo>
                    <a:pt x="1647170" y="632917"/>
                  </a:lnTo>
                  <a:lnTo>
                    <a:pt x="1744278" y="614973"/>
                  </a:lnTo>
                  <a:lnTo>
                    <a:pt x="1792631" y="605281"/>
                  </a:lnTo>
                  <a:lnTo>
                    <a:pt x="1840813" y="594976"/>
                  </a:lnTo>
                  <a:lnTo>
                    <a:pt x="1888795" y="583960"/>
                  </a:lnTo>
                  <a:lnTo>
                    <a:pt x="1936548" y="572135"/>
                  </a:lnTo>
                  <a:lnTo>
                    <a:pt x="1984043" y="559400"/>
                  </a:lnTo>
                  <a:lnTo>
                    <a:pt x="2031253" y="545658"/>
                  </a:lnTo>
                  <a:lnTo>
                    <a:pt x="2078148" y="530810"/>
                  </a:lnTo>
                  <a:lnTo>
                    <a:pt x="2124700" y="514757"/>
                  </a:lnTo>
                  <a:lnTo>
                    <a:pt x="2170880" y="497400"/>
                  </a:lnTo>
                  <a:lnTo>
                    <a:pt x="2216659" y="478641"/>
                  </a:lnTo>
                  <a:lnTo>
                    <a:pt x="2262010" y="458380"/>
                  </a:lnTo>
                  <a:lnTo>
                    <a:pt x="2306904" y="436518"/>
                  </a:lnTo>
                  <a:lnTo>
                    <a:pt x="2351311" y="412958"/>
                  </a:lnTo>
                  <a:lnTo>
                    <a:pt x="2395204" y="387600"/>
                  </a:lnTo>
                  <a:lnTo>
                    <a:pt x="2438554" y="360345"/>
                  </a:lnTo>
                  <a:lnTo>
                    <a:pt x="2482475" y="331466"/>
                  </a:lnTo>
                  <a:lnTo>
                    <a:pt x="2526018" y="302031"/>
                  </a:lnTo>
                  <a:lnTo>
                    <a:pt x="2568779" y="271630"/>
                  </a:lnTo>
                  <a:lnTo>
                    <a:pt x="2610353" y="239852"/>
                  </a:lnTo>
                  <a:lnTo>
                    <a:pt x="2650334" y="206286"/>
                  </a:lnTo>
                  <a:lnTo>
                    <a:pt x="2688318" y="170522"/>
                  </a:lnTo>
                  <a:lnTo>
                    <a:pt x="2723899" y="132148"/>
                  </a:lnTo>
                  <a:lnTo>
                    <a:pt x="2756673" y="90754"/>
                  </a:lnTo>
                  <a:lnTo>
                    <a:pt x="2786234" y="45928"/>
                  </a:lnTo>
                  <a:lnTo>
                    <a:pt x="2820374" y="51784"/>
                  </a:lnTo>
                  <a:lnTo>
                    <a:pt x="2852115" y="57845"/>
                  </a:lnTo>
                  <a:lnTo>
                    <a:pt x="2889387" y="63634"/>
                  </a:lnTo>
                  <a:lnTo>
                    <a:pt x="2924157" y="66191"/>
                  </a:lnTo>
                  <a:lnTo>
                    <a:pt x="2975101" y="66025"/>
                  </a:lnTo>
                  <a:lnTo>
                    <a:pt x="3025813" y="65039"/>
                  </a:lnTo>
                  <a:lnTo>
                    <a:pt x="3076295" y="63243"/>
                  </a:lnTo>
                  <a:lnTo>
                    <a:pt x="3126549" y="60644"/>
                  </a:lnTo>
                  <a:lnTo>
                    <a:pt x="3176576" y="57250"/>
                  </a:lnTo>
                  <a:lnTo>
                    <a:pt x="3226378" y="53070"/>
                  </a:lnTo>
                  <a:lnTo>
                    <a:pt x="3275957" y="48113"/>
                  </a:lnTo>
                  <a:lnTo>
                    <a:pt x="3325314" y="42386"/>
                  </a:lnTo>
                  <a:lnTo>
                    <a:pt x="3374451" y="35898"/>
                  </a:lnTo>
                  <a:lnTo>
                    <a:pt x="3423370" y="28657"/>
                  </a:lnTo>
                  <a:lnTo>
                    <a:pt x="3472072" y="20671"/>
                  </a:lnTo>
                  <a:lnTo>
                    <a:pt x="3520559" y="11949"/>
                  </a:lnTo>
                  <a:lnTo>
                    <a:pt x="3568834" y="2500"/>
                  </a:lnTo>
                  <a:lnTo>
                    <a:pt x="3580651" y="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496687" y="8286783"/>
              <a:ext cx="3791585" cy="2000250"/>
            </a:xfrm>
            <a:custGeom>
              <a:avLst/>
              <a:gdLst/>
              <a:ahLst/>
              <a:cxnLst/>
              <a:rect l="l" t="t" r="r" b="b"/>
              <a:pathLst>
                <a:path w="3791584" h="2000250">
                  <a:moveTo>
                    <a:pt x="866506" y="15521"/>
                  </a:moveTo>
                  <a:lnTo>
                    <a:pt x="1281893" y="94848"/>
                  </a:lnTo>
                  <a:lnTo>
                    <a:pt x="1234569" y="86649"/>
                  </a:lnTo>
                  <a:lnTo>
                    <a:pt x="1187014" y="80232"/>
                  </a:lnTo>
                  <a:lnTo>
                    <a:pt x="1139202" y="75829"/>
                  </a:lnTo>
                  <a:lnTo>
                    <a:pt x="1091107" y="73674"/>
                  </a:lnTo>
                  <a:lnTo>
                    <a:pt x="1042703" y="73998"/>
                  </a:lnTo>
                  <a:lnTo>
                    <a:pt x="993964" y="77035"/>
                  </a:lnTo>
                  <a:lnTo>
                    <a:pt x="941429" y="83019"/>
                  </a:lnTo>
                  <a:lnTo>
                    <a:pt x="890163" y="91311"/>
                  </a:lnTo>
                  <a:lnTo>
                    <a:pt x="840909" y="101690"/>
                  </a:lnTo>
                  <a:lnTo>
                    <a:pt x="792928" y="114249"/>
                  </a:lnTo>
                  <a:lnTo>
                    <a:pt x="746469" y="128874"/>
                  </a:lnTo>
                  <a:lnTo>
                    <a:pt x="701536" y="145500"/>
                  </a:lnTo>
                  <a:lnTo>
                    <a:pt x="657997" y="164130"/>
                  </a:lnTo>
                  <a:lnTo>
                    <a:pt x="616256" y="184505"/>
                  </a:lnTo>
                  <a:lnTo>
                    <a:pt x="575914" y="206758"/>
                  </a:lnTo>
                  <a:lnTo>
                    <a:pt x="537107" y="230760"/>
                  </a:lnTo>
                  <a:lnTo>
                    <a:pt x="499838" y="256447"/>
                  </a:lnTo>
                  <a:lnTo>
                    <a:pt x="464108" y="283757"/>
                  </a:lnTo>
                  <a:lnTo>
                    <a:pt x="429922" y="312627"/>
                  </a:lnTo>
                  <a:lnTo>
                    <a:pt x="397281" y="342992"/>
                  </a:lnTo>
                  <a:lnTo>
                    <a:pt x="366187" y="374791"/>
                  </a:lnTo>
                  <a:lnTo>
                    <a:pt x="336644" y="407959"/>
                  </a:lnTo>
                  <a:lnTo>
                    <a:pt x="308653" y="442433"/>
                  </a:lnTo>
                  <a:lnTo>
                    <a:pt x="282218" y="478151"/>
                  </a:lnTo>
                  <a:lnTo>
                    <a:pt x="257340" y="515048"/>
                  </a:lnTo>
                  <a:lnTo>
                    <a:pt x="234022" y="553063"/>
                  </a:lnTo>
                  <a:lnTo>
                    <a:pt x="212266" y="592131"/>
                  </a:lnTo>
                  <a:lnTo>
                    <a:pt x="192076" y="632189"/>
                  </a:lnTo>
                  <a:lnTo>
                    <a:pt x="173454" y="673174"/>
                  </a:lnTo>
                  <a:lnTo>
                    <a:pt x="156401" y="715023"/>
                  </a:lnTo>
                  <a:lnTo>
                    <a:pt x="140921" y="757673"/>
                  </a:lnTo>
                  <a:lnTo>
                    <a:pt x="127016" y="801060"/>
                  </a:lnTo>
                  <a:lnTo>
                    <a:pt x="114689" y="845122"/>
                  </a:lnTo>
                  <a:lnTo>
                    <a:pt x="103942" y="889794"/>
                  </a:lnTo>
                  <a:lnTo>
                    <a:pt x="94777" y="935014"/>
                  </a:lnTo>
                  <a:lnTo>
                    <a:pt x="87197" y="980718"/>
                  </a:lnTo>
                  <a:lnTo>
                    <a:pt x="81204" y="1026844"/>
                  </a:lnTo>
                  <a:lnTo>
                    <a:pt x="76802" y="1073328"/>
                  </a:lnTo>
                  <a:lnTo>
                    <a:pt x="73992" y="1120107"/>
                  </a:lnTo>
                  <a:lnTo>
                    <a:pt x="72777" y="1167117"/>
                  </a:lnTo>
                  <a:lnTo>
                    <a:pt x="73340" y="1218510"/>
                  </a:lnTo>
                  <a:lnTo>
                    <a:pt x="75599" y="1269509"/>
                  </a:lnTo>
                  <a:lnTo>
                    <a:pt x="79499" y="1320131"/>
                  </a:lnTo>
                  <a:lnTo>
                    <a:pt x="84982" y="1370390"/>
                  </a:lnTo>
                  <a:lnTo>
                    <a:pt x="91993" y="1420304"/>
                  </a:lnTo>
                  <a:lnTo>
                    <a:pt x="100475" y="1469887"/>
                  </a:lnTo>
                  <a:lnTo>
                    <a:pt x="110373" y="1519156"/>
                  </a:lnTo>
                  <a:lnTo>
                    <a:pt x="121630" y="1568127"/>
                  </a:lnTo>
                  <a:lnTo>
                    <a:pt x="134190" y="1616814"/>
                  </a:lnTo>
                  <a:lnTo>
                    <a:pt x="147997" y="1665235"/>
                  </a:lnTo>
                  <a:lnTo>
                    <a:pt x="162994" y="1713405"/>
                  </a:lnTo>
                  <a:lnTo>
                    <a:pt x="179126" y="1761340"/>
                  </a:lnTo>
                  <a:lnTo>
                    <a:pt x="196336" y="1809056"/>
                  </a:lnTo>
                  <a:lnTo>
                    <a:pt x="214569" y="1856568"/>
                  </a:lnTo>
                  <a:lnTo>
                    <a:pt x="232790" y="1902528"/>
                  </a:lnTo>
                  <a:lnTo>
                    <a:pt x="272077" y="2000215"/>
                  </a:lnTo>
                  <a:lnTo>
                    <a:pt x="198283" y="2000215"/>
                  </a:lnTo>
                  <a:lnTo>
                    <a:pt x="183044" y="1969438"/>
                  </a:lnTo>
                  <a:lnTo>
                    <a:pt x="159346" y="1922995"/>
                  </a:lnTo>
                  <a:lnTo>
                    <a:pt x="143537" y="1872906"/>
                  </a:lnTo>
                  <a:lnTo>
                    <a:pt x="127149" y="1822974"/>
                  </a:lnTo>
                  <a:lnTo>
                    <a:pt x="110551" y="1773085"/>
                  </a:lnTo>
                  <a:lnTo>
                    <a:pt x="94117" y="1723127"/>
                  </a:lnTo>
                  <a:lnTo>
                    <a:pt x="78218" y="1672988"/>
                  </a:lnTo>
                  <a:lnTo>
                    <a:pt x="63225" y="1622555"/>
                  </a:lnTo>
                  <a:lnTo>
                    <a:pt x="49511" y="1571716"/>
                  </a:lnTo>
                  <a:lnTo>
                    <a:pt x="37445" y="1520358"/>
                  </a:lnTo>
                  <a:lnTo>
                    <a:pt x="27401" y="1468369"/>
                  </a:lnTo>
                  <a:lnTo>
                    <a:pt x="19627" y="1418217"/>
                  </a:lnTo>
                  <a:lnTo>
                    <a:pt x="13053" y="1368196"/>
                  </a:lnTo>
                  <a:lnTo>
                    <a:pt x="7741" y="1318328"/>
                  </a:lnTo>
                  <a:lnTo>
                    <a:pt x="3753" y="1268639"/>
                  </a:lnTo>
                  <a:lnTo>
                    <a:pt x="1152" y="1219152"/>
                  </a:lnTo>
                  <a:lnTo>
                    <a:pt x="0" y="1169890"/>
                  </a:lnTo>
                  <a:lnTo>
                    <a:pt x="359" y="1120878"/>
                  </a:lnTo>
                  <a:lnTo>
                    <a:pt x="2292" y="1072138"/>
                  </a:lnTo>
                  <a:lnTo>
                    <a:pt x="5861" y="1023696"/>
                  </a:lnTo>
                  <a:lnTo>
                    <a:pt x="11129" y="975573"/>
                  </a:lnTo>
                  <a:lnTo>
                    <a:pt x="18158" y="927795"/>
                  </a:lnTo>
                  <a:lnTo>
                    <a:pt x="27011" y="880385"/>
                  </a:lnTo>
                  <a:lnTo>
                    <a:pt x="37749" y="833367"/>
                  </a:lnTo>
                  <a:lnTo>
                    <a:pt x="50436" y="786764"/>
                  </a:lnTo>
                  <a:lnTo>
                    <a:pt x="65133" y="740599"/>
                  </a:lnTo>
                  <a:lnTo>
                    <a:pt x="81903" y="694898"/>
                  </a:lnTo>
                  <a:lnTo>
                    <a:pt x="100809" y="649684"/>
                  </a:lnTo>
                  <a:lnTo>
                    <a:pt x="121913" y="604979"/>
                  </a:lnTo>
                  <a:lnTo>
                    <a:pt x="145277" y="560809"/>
                  </a:lnTo>
                  <a:lnTo>
                    <a:pt x="170963" y="517196"/>
                  </a:lnTo>
                  <a:lnTo>
                    <a:pt x="199035" y="474165"/>
                  </a:lnTo>
                  <a:lnTo>
                    <a:pt x="228128" y="432985"/>
                  </a:lnTo>
                  <a:lnTo>
                    <a:pt x="258466" y="393281"/>
                  </a:lnTo>
                  <a:lnTo>
                    <a:pt x="290051" y="355115"/>
                  </a:lnTo>
                  <a:lnTo>
                    <a:pt x="322883" y="318545"/>
                  </a:lnTo>
                  <a:lnTo>
                    <a:pt x="356963" y="283633"/>
                  </a:lnTo>
                  <a:lnTo>
                    <a:pt x="392292" y="250439"/>
                  </a:lnTo>
                  <a:lnTo>
                    <a:pt x="428870" y="219024"/>
                  </a:lnTo>
                  <a:lnTo>
                    <a:pt x="466700" y="189447"/>
                  </a:lnTo>
                  <a:lnTo>
                    <a:pt x="505781" y="161770"/>
                  </a:lnTo>
                  <a:lnTo>
                    <a:pt x="546114" y="136053"/>
                  </a:lnTo>
                  <a:lnTo>
                    <a:pt x="587700" y="112355"/>
                  </a:lnTo>
                  <a:lnTo>
                    <a:pt x="630541" y="90739"/>
                  </a:lnTo>
                  <a:lnTo>
                    <a:pt x="674637" y="71263"/>
                  </a:lnTo>
                  <a:lnTo>
                    <a:pt x="719988" y="53988"/>
                  </a:lnTo>
                  <a:lnTo>
                    <a:pt x="766596" y="38975"/>
                  </a:lnTo>
                  <a:lnTo>
                    <a:pt x="814462" y="26285"/>
                  </a:lnTo>
                  <a:lnTo>
                    <a:pt x="863586" y="15977"/>
                  </a:lnTo>
                  <a:lnTo>
                    <a:pt x="866506" y="15521"/>
                  </a:lnTo>
                  <a:close/>
                </a:path>
                <a:path w="3791584" h="2000250">
                  <a:moveTo>
                    <a:pt x="3791311" y="495034"/>
                  </a:moveTo>
                  <a:lnTo>
                    <a:pt x="3791311" y="566951"/>
                  </a:lnTo>
                  <a:lnTo>
                    <a:pt x="3734725" y="578158"/>
                  </a:lnTo>
                  <a:lnTo>
                    <a:pt x="3686268" y="586874"/>
                  </a:lnTo>
                  <a:lnTo>
                    <a:pt x="3637566" y="594860"/>
                  </a:lnTo>
                  <a:lnTo>
                    <a:pt x="3588647" y="602101"/>
                  </a:lnTo>
                  <a:lnTo>
                    <a:pt x="3539510" y="608589"/>
                  </a:lnTo>
                  <a:lnTo>
                    <a:pt x="3490153" y="614316"/>
                  </a:lnTo>
                  <a:lnTo>
                    <a:pt x="3440289" y="619297"/>
                  </a:lnTo>
                  <a:lnTo>
                    <a:pt x="3390772" y="623453"/>
                  </a:lnTo>
                  <a:lnTo>
                    <a:pt x="3340745" y="626847"/>
                  </a:lnTo>
                  <a:lnTo>
                    <a:pt x="3290491" y="629446"/>
                  </a:lnTo>
                  <a:lnTo>
                    <a:pt x="3240009" y="631243"/>
                  </a:lnTo>
                  <a:lnTo>
                    <a:pt x="3189297" y="632228"/>
                  </a:lnTo>
                  <a:lnTo>
                    <a:pt x="3138353" y="632394"/>
                  </a:lnTo>
                  <a:lnTo>
                    <a:pt x="3103858" y="629889"/>
                  </a:lnTo>
                  <a:lnTo>
                    <a:pt x="3067078" y="624195"/>
                  </a:lnTo>
                  <a:lnTo>
                    <a:pt x="3035395" y="618144"/>
                  </a:lnTo>
                  <a:lnTo>
                    <a:pt x="3000430" y="612132"/>
                  </a:lnTo>
                  <a:lnTo>
                    <a:pt x="2948217" y="608997"/>
                  </a:lnTo>
                  <a:lnTo>
                    <a:pt x="2896468" y="603945"/>
                  </a:lnTo>
                  <a:lnTo>
                    <a:pt x="2845124" y="597148"/>
                  </a:lnTo>
                  <a:lnTo>
                    <a:pt x="2794130" y="588777"/>
                  </a:lnTo>
                  <a:lnTo>
                    <a:pt x="2746793" y="579737"/>
                  </a:lnTo>
                  <a:lnTo>
                    <a:pt x="2696327" y="568732"/>
                  </a:lnTo>
                  <a:lnTo>
                    <a:pt x="2694824" y="568445"/>
                  </a:lnTo>
                  <a:lnTo>
                    <a:pt x="2642673" y="555933"/>
                  </a:lnTo>
                  <a:lnTo>
                    <a:pt x="2592505" y="542980"/>
                  </a:lnTo>
                  <a:lnTo>
                    <a:pt x="2542401" y="529310"/>
                  </a:lnTo>
                  <a:lnTo>
                    <a:pt x="2492304" y="515094"/>
                  </a:lnTo>
                  <a:lnTo>
                    <a:pt x="2444744" y="500901"/>
                  </a:lnTo>
                  <a:lnTo>
                    <a:pt x="2397494" y="485867"/>
                  </a:lnTo>
                  <a:lnTo>
                    <a:pt x="2350522" y="470077"/>
                  </a:lnTo>
                  <a:lnTo>
                    <a:pt x="2303797" y="453618"/>
                  </a:lnTo>
                  <a:lnTo>
                    <a:pt x="2257285" y="436575"/>
                  </a:lnTo>
                  <a:lnTo>
                    <a:pt x="2164774" y="401080"/>
                  </a:lnTo>
                  <a:lnTo>
                    <a:pt x="2110004" y="379293"/>
                  </a:lnTo>
                  <a:lnTo>
                    <a:pt x="2831865" y="517147"/>
                  </a:lnTo>
                  <a:lnTo>
                    <a:pt x="2881689" y="525902"/>
                  </a:lnTo>
                  <a:lnTo>
                    <a:pt x="2929256" y="532838"/>
                  </a:lnTo>
                  <a:lnTo>
                    <a:pt x="2976974" y="537737"/>
                  </a:lnTo>
                  <a:lnTo>
                    <a:pt x="2997806" y="538709"/>
                  </a:lnTo>
                  <a:lnTo>
                    <a:pt x="3084222" y="555212"/>
                  </a:lnTo>
                  <a:lnTo>
                    <a:pt x="3134739" y="556823"/>
                  </a:lnTo>
                  <a:lnTo>
                    <a:pt x="3185075" y="557525"/>
                  </a:lnTo>
                  <a:lnTo>
                    <a:pt x="3235234" y="557326"/>
                  </a:lnTo>
                  <a:lnTo>
                    <a:pt x="3285217" y="556238"/>
                  </a:lnTo>
                  <a:lnTo>
                    <a:pt x="3335024" y="554267"/>
                  </a:lnTo>
                  <a:lnTo>
                    <a:pt x="3384658" y="551424"/>
                  </a:lnTo>
                  <a:lnTo>
                    <a:pt x="3434120" y="547718"/>
                  </a:lnTo>
                  <a:lnTo>
                    <a:pt x="3483413" y="543158"/>
                  </a:lnTo>
                  <a:lnTo>
                    <a:pt x="3532536" y="537752"/>
                  </a:lnTo>
                  <a:lnTo>
                    <a:pt x="3581493" y="531511"/>
                  </a:lnTo>
                  <a:lnTo>
                    <a:pt x="3630284" y="524444"/>
                  </a:lnTo>
                  <a:lnTo>
                    <a:pt x="3678911" y="516559"/>
                  </a:lnTo>
                  <a:lnTo>
                    <a:pt x="3727376" y="507865"/>
                  </a:lnTo>
                  <a:lnTo>
                    <a:pt x="3775680" y="498373"/>
                  </a:lnTo>
                  <a:lnTo>
                    <a:pt x="3791311" y="495034"/>
                  </a:lnTo>
                  <a:close/>
                </a:path>
                <a:path w="3791584" h="2000250">
                  <a:moveTo>
                    <a:pt x="2739174" y="499149"/>
                  </a:moveTo>
                  <a:lnTo>
                    <a:pt x="2809096" y="512799"/>
                  </a:lnTo>
                  <a:lnTo>
                    <a:pt x="2691490" y="490340"/>
                  </a:lnTo>
                  <a:lnTo>
                    <a:pt x="2739174" y="499149"/>
                  </a:lnTo>
                  <a:close/>
                </a:path>
                <a:path w="3791584" h="2000250">
                  <a:moveTo>
                    <a:pt x="1261064" y="20165"/>
                  </a:moveTo>
                  <a:lnTo>
                    <a:pt x="1314111" y="30295"/>
                  </a:lnTo>
                  <a:lnTo>
                    <a:pt x="1363343" y="41184"/>
                  </a:lnTo>
                  <a:lnTo>
                    <a:pt x="1412447" y="53231"/>
                  </a:lnTo>
                  <a:lnTo>
                    <a:pt x="1461428" y="66245"/>
                  </a:lnTo>
                  <a:lnTo>
                    <a:pt x="1510289" y="80033"/>
                  </a:lnTo>
                  <a:lnTo>
                    <a:pt x="1607665" y="109159"/>
                  </a:lnTo>
                  <a:lnTo>
                    <a:pt x="1655130" y="124512"/>
                  </a:lnTo>
                  <a:lnTo>
                    <a:pt x="1702317" y="140690"/>
                  </a:lnTo>
                  <a:lnTo>
                    <a:pt x="1749259" y="157592"/>
                  </a:lnTo>
                  <a:lnTo>
                    <a:pt x="1795992" y="175116"/>
                  </a:lnTo>
                  <a:lnTo>
                    <a:pt x="1888984" y="211623"/>
                  </a:lnTo>
                  <a:lnTo>
                    <a:pt x="2166610" y="325424"/>
                  </a:lnTo>
                  <a:lnTo>
                    <a:pt x="2259662" y="362069"/>
                  </a:lnTo>
                  <a:lnTo>
                    <a:pt x="2306443" y="379689"/>
                  </a:lnTo>
                  <a:lnTo>
                    <a:pt x="2353441" y="396706"/>
                  </a:lnTo>
                  <a:lnTo>
                    <a:pt x="2400692" y="413017"/>
                  </a:lnTo>
                  <a:lnTo>
                    <a:pt x="2448231" y="428519"/>
                  </a:lnTo>
                  <a:lnTo>
                    <a:pt x="2496093" y="443112"/>
                  </a:lnTo>
                  <a:lnTo>
                    <a:pt x="2544315" y="456693"/>
                  </a:lnTo>
                  <a:lnTo>
                    <a:pt x="2592931" y="469159"/>
                  </a:lnTo>
                  <a:lnTo>
                    <a:pt x="2643199" y="480688"/>
                  </a:lnTo>
                  <a:lnTo>
                    <a:pt x="2691490" y="490340"/>
                  </a:lnTo>
                  <a:lnTo>
                    <a:pt x="2110004" y="379293"/>
                  </a:lnTo>
                  <a:lnTo>
                    <a:pt x="1843000" y="271060"/>
                  </a:lnTo>
                  <a:lnTo>
                    <a:pt x="1750581" y="235087"/>
                  </a:lnTo>
                  <a:lnTo>
                    <a:pt x="1704130" y="217725"/>
                  </a:lnTo>
                  <a:lnTo>
                    <a:pt x="1657475" y="200893"/>
                  </a:lnTo>
                  <a:lnTo>
                    <a:pt x="1610584" y="184678"/>
                  </a:lnTo>
                  <a:lnTo>
                    <a:pt x="1563426" y="169165"/>
                  </a:lnTo>
                  <a:lnTo>
                    <a:pt x="1515967" y="154440"/>
                  </a:lnTo>
                  <a:lnTo>
                    <a:pt x="1469405" y="140817"/>
                  </a:lnTo>
                  <a:lnTo>
                    <a:pt x="1422742" y="127813"/>
                  </a:lnTo>
                  <a:lnTo>
                    <a:pt x="1375954" y="115662"/>
                  </a:lnTo>
                  <a:lnTo>
                    <a:pt x="1330985" y="105061"/>
                  </a:lnTo>
                  <a:lnTo>
                    <a:pt x="1334559" y="105744"/>
                  </a:lnTo>
                  <a:lnTo>
                    <a:pt x="1281893" y="94848"/>
                  </a:lnTo>
                  <a:lnTo>
                    <a:pt x="866506" y="15521"/>
                  </a:lnTo>
                  <a:lnTo>
                    <a:pt x="913969" y="8111"/>
                  </a:lnTo>
                  <a:lnTo>
                    <a:pt x="965613" y="2750"/>
                  </a:lnTo>
                  <a:lnTo>
                    <a:pt x="1015839" y="120"/>
                  </a:lnTo>
                  <a:lnTo>
                    <a:pt x="1065912" y="0"/>
                  </a:lnTo>
                  <a:lnTo>
                    <a:pt x="1115836" y="2196"/>
                  </a:lnTo>
                  <a:lnTo>
                    <a:pt x="1165614" y="6517"/>
                  </a:lnTo>
                  <a:lnTo>
                    <a:pt x="1215250" y="12769"/>
                  </a:lnTo>
                  <a:lnTo>
                    <a:pt x="1261064" y="20165"/>
                  </a:lnTo>
                  <a:close/>
                </a:path>
                <a:path w="3791584" h="2000250">
                  <a:moveTo>
                    <a:pt x="3073154" y="538919"/>
                  </a:moveTo>
                  <a:lnTo>
                    <a:pt x="3076317" y="543574"/>
                  </a:lnTo>
                  <a:lnTo>
                    <a:pt x="3080314" y="554466"/>
                  </a:lnTo>
                  <a:lnTo>
                    <a:pt x="2997806" y="538709"/>
                  </a:lnTo>
                  <a:lnTo>
                    <a:pt x="3024916" y="539973"/>
                  </a:lnTo>
                  <a:lnTo>
                    <a:pt x="3073154" y="538919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8952" y="10209033"/>
              <a:ext cx="132478" cy="779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7565933" y="7880846"/>
              <a:ext cx="722630" cy="962660"/>
            </a:xfrm>
            <a:custGeom>
              <a:avLst/>
              <a:gdLst/>
              <a:ahLst/>
              <a:cxnLst/>
              <a:rect l="l" t="t" r="r" b="b"/>
              <a:pathLst>
                <a:path w="722630" h="962659">
                  <a:moveTo>
                    <a:pt x="722065" y="0"/>
                  </a:moveTo>
                  <a:lnTo>
                    <a:pt x="722065" y="897988"/>
                  </a:lnTo>
                  <a:lnTo>
                    <a:pt x="654499" y="911598"/>
                  </a:lnTo>
                  <a:lnTo>
                    <a:pt x="606030" y="920314"/>
                  </a:lnTo>
                  <a:lnTo>
                    <a:pt x="557396" y="928237"/>
                  </a:lnTo>
                  <a:lnTo>
                    <a:pt x="508595" y="935357"/>
                  </a:lnTo>
                  <a:lnTo>
                    <a:pt x="459625" y="941665"/>
                  </a:lnTo>
                  <a:lnTo>
                    <a:pt x="410486" y="947153"/>
                  </a:lnTo>
                  <a:lnTo>
                    <a:pt x="361175" y="951810"/>
                  </a:lnTo>
                  <a:lnTo>
                    <a:pt x="311692" y="955628"/>
                  </a:lnTo>
                  <a:lnTo>
                    <a:pt x="262033" y="958598"/>
                  </a:lnTo>
                  <a:lnTo>
                    <a:pt x="212199" y="960711"/>
                  </a:lnTo>
                  <a:lnTo>
                    <a:pt x="162186" y="961957"/>
                  </a:lnTo>
                  <a:lnTo>
                    <a:pt x="111995" y="962327"/>
                  </a:lnTo>
                  <a:lnTo>
                    <a:pt x="61622" y="961812"/>
                  </a:lnTo>
                  <a:lnTo>
                    <a:pt x="11067" y="960403"/>
                  </a:lnTo>
                  <a:lnTo>
                    <a:pt x="7159" y="959657"/>
                  </a:lnTo>
                  <a:lnTo>
                    <a:pt x="4743" y="951093"/>
                  </a:lnTo>
                  <a:lnTo>
                    <a:pt x="0" y="944110"/>
                  </a:lnTo>
                  <a:lnTo>
                    <a:pt x="30758" y="905029"/>
                  </a:lnTo>
                  <a:lnTo>
                    <a:pt x="60913" y="865504"/>
                  </a:lnTo>
                  <a:lnTo>
                    <a:pt x="90543" y="825589"/>
                  </a:lnTo>
                  <a:lnTo>
                    <a:pt x="119722" y="785340"/>
                  </a:lnTo>
                  <a:lnTo>
                    <a:pt x="177035" y="704061"/>
                  </a:lnTo>
                  <a:lnTo>
                    <a:pt x="346104" y="457961"/>
                  </a:lnTo>
                  <a:lnTo>
                    <a:pt x="403538" y="376649"/>
                  </a:lnTo>
                  <a:lnTo>
                    <a:pt x="432799" y="336376"/>
                  </a:lnTo>
                  <a:lnTo>
                    <a:pt x="462526" y="296434"/>
                  </a:lnTo>
                  <a:lnTo>
                    <a:pt x="492794" y="256877"/>
                  </a:lnTo>
                  <a:lnTo>
                    <a:pt x="523679" y="217760"/>
                  </a:lnTo>
                  <a:lnTo>
                    <a:pt x="555259" y="179139"/>
                  </a:lnTo>
                  <a:lnTo>
                    <a:pt x="589319" y="139100"/>
                  </a:lnTo>
                  <a:lnTo>
                    <a:pt x="623947" y="100275"/>
                  </a:lnTo>
                  <a:lnTo>
                    <a:pt x="659144" y="62666"/>
                  </a:lnTo>
                  <a:lnTo>
                    <a:pt x="694914" y="26274"/>
                  </a:lnTo>
                  <a:lnTo>
                    <a:pt x="722065" y="0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15066303" y="0"/>
            <a:ext cx="3221990" cy="1805939"/>
          </a:xfrm>
          <a:custGeom>
            <a:avLst/>
            <a:gdLst/>
            <a:ahLst/>
            <a:cxnLst/>
            <a:rect l="l" t="t" r="r" b="b"/>
            <a:pathLst>
              <a:path w="3221990" h="1805939">
                <a:moveTo>
                  <a:pt x="1513285" y="404444"/>
                </a:moveTo>
                <a:lnTo>
                  <a:pt x="1988520" y="356196"/>
                </a:lnTo>
                <a:lnTo>
                  <a:pt x="2138924" y="377080"/>
                </a:lnTo>
                <a:lnTo>
                  <a:pt x="2187689" y="396231"/>
                </a:lnTo>
                <a:lnTo>
                  <a:pt x="2234936" y="415537"/>
                </a:lnTo>
                <a:lnTo>
                  <a:pt x="2280526" y="435011"/>
                </a:lnTo>
                <a:lnTo>
                  <a:pt x="2324323" y="454667"/>
                </a:lnTo>
                <a:lnTo>
                  <a:pt x="2366189" y="474519"/>
                </a:lnTo>
                <a:lnTo>
                  <a:pt x="2407198" y="506509"/>
                </a:lnTo>
                <a:lnTo>
                  <a:pt x="2446001" y="538723"/>
                </a:lnTo>
                <a:lnTo>
                  <a:pt x="2482463" y="571175"/>
                </a:lnTo>
                <a:lnTo>
                  <a:pt x="2516444" y="603878"/>
                </a:lnTo>
                <a:lnTo>
                  <a:pt x="2549019" y="648776"/>
                </a:lnTo>
                <a:lnTo>
                  <a:pt x="2577629" y="682025"/>
                </a:lnTo>
                <a:lnTo>
                  <a:pt x="2603578" y="727595"/>
                </a:lnTo>
                <a:lnTo>
                  <a:pt x="2627218" y="773399"/>
                </a:lnTo>
                <a:lnTo>
                  <a:pt x="2648868" y="819406"/>
                </a:lnTo>
                <a:lnTo>
                  <a:pt x="2668846" y="865583"/>
                </a:lnTo>
                <a:lnTo>
                  <a:pt x="2687470" y="911896"/>
                </a:lnTo>
                <a:lnTo>
                  <a:pt x="2705058" y="958315"/>
                </a:lnTo>
                <a:lnTo>
                  <a:pt x="2721930" y="1004807"/>
                </a:lnTo>
                <a:lnTo>
                  <a:pt x="2738403" y="1051340"/>
                </a:lnTo>
                <a:lnTo>
                  <a:pt x="2754795" y="1097880"/>
                </a:lnTo>
                <a:lnTo>
                  <a:pt x="2771426" y="1144396"/>
                </a:lnTo>
                <a:lnTo>
                  <a:pt x="2788612" y="1190856"/>
                </a:lnTo>
                <a:lnTo>
                  <a:pt x="2806674" y="1237227"/>
                </a:lnTo>
                <a:lnTo>
                  <a:pt x="2824717" y="1271549"/>
                </a:lnTo>
                <a:lnTo>
                  <a:pt x="2845483" y="1317645"/>
                </a:lnTo>
                <a:lnTo>
                  <a:pt x="2868078" y="1363556"/>
                </a:lnTo>
                <a:lnTo>
                  <a:pt x="2892821" y="1409249"/>
                </a:lnTo>
                <a:lnTo>
                  <a:pt x="2917300" y="1442917"/>
                </a:lnTo>
                <a:lnTo>
                  <a:pt x="2944875" y="1488322"/>
                </a:lnTo>
                <a:lnTo>
                  <a:pt x="2973048" y="1521615"/>
                </a:lnTo>
                <a:lnTo>
                  <a:pt x="3002954" y="1554733"/>
                </a:lnTo>
                <a:lnTo>
                  <a:pt x="3034516" y="1587682"/>
                </a:lnTo>
                <a:lnTo>
                  <a:pt x="3067657" y="1620471"/>
                </a:lnTo>
                <a:lnTo>
                  <a:pt x="3102301" y="1653107"/>
                </a:lnTo>
                <a:lnTo>
                  <a:pt x="3137160" y="1673670"/>
                </a:lnTo>
                <a:lnTo>
                  <a:pt x="3174580" y="1706025"/>
                </a:lnTo>
                <a:lnTo>
                  <a:pt x="3212063" y="1726322"/>
                </a:lnTo>
                <a:lnTo>
                  <a:pt x="3221698" y="1734076"/>
                </a:lnTo>
                <a:lnTo>
                  <a:pt x="3221698" y="1805383"/>
                </a:lnTo>
                <a:lnTo>
                  <a:pt x="3186298" y="1777142"/>
                </a:lnTo>
                <a:lnTo>
                  <a:pt x="3148456" y="1756882"/>
                </a:lnTo>
                <a:lnTo>
                  <a:pt x="3110608" y="1724571"/>
                </a:lnTo>
                <a:lnTo>
                  <a:pt x="3075232" y="1704060"/>
                </a:lnTo>
                <a:lnTo>
                  <a:pt x="3039960" y="1671487"/>
                </a:lnTo>
                <a:lnTo>
                  <a:pt x="3006062" y="1638775"/>
                </a:lnTo>
                <a:lnTo>
                  <a:pt x="2973591" y="1605918"/>
                </a:lnTo>
                <a:lnTo>
                  <a:pt x="2942605" y="1572911"/>
                </a:lnTo>
                <a:lnTo>
                  <a:pt x="2913158" y="1539747"/>
                </a:lnTo>
                <a:lnTo>
                  <a:pt x="2884097" y="1494493"/>
                </a:lnTo>
                <a:lnTo>
                  <a:pt x="2857897" y="1460999"/>
                </a:lnTo>
                <a:lnTo>
                  <a:pt x="2832195" y="1415404"/>
                </a:lnTo>
                <a:lnTo>
                  <a:pt x="2809466" y="1381558"/>
                </a:lnTo>
                <a:lnTo>
                  <a:pt x="2787346" y="1335599"/>
                </a:lnTo>
                <a:lnTo>
                  <a:pt x="2767101" y="1289449"/>
                </a:lnTo>
                <a:lnTo>
                  <a:pt x="2748430" y="1243140"/>
                </a:lnTo>
                <a:lnTo>
                  <a:pt x="2730785" y="1196727"/>
                </a:lnTo>
                <a:lnTo>
                  <a:pt x="2713853" y="1150241"/>
                </a:lnTo>
                <a:lnTo>
                  <a:pt x="2697324" y="1103715"/>
                </a:lnTo>
                <a:lnTo>
                  <a:pt x="2680889" y="1057179"/>
                </a:lnTo>
                <a:lnTo>
                  <a:pt x="2664235" y="1010665"/>
                </a:lnTo>
                <a:lnTo>
                  <a:pt x="2647053" y="964204"/>
                </a:lnTo>
                <a:lnTo>
                  <a:pt x="2629031" y="917829"/>
                </a:lnTo>
                <a:lnTo>
                  <a:pt x="2609860" y="871571"/>
                </a:lnTo>
                <a:lnTo>
                  <a:pt x="2589228" y="825461"/>
                </a:lnTo>
                <a:lnTo>
                  <a:pt x="2566825" y="779531"/>
                </a:lnTo>
                <a:lnTo>
                  <a:pt x="2543551" y="745740"/>
                </a:lnTo>
                <a:lnTo>
                  <a:pt x="2516674" y="700264"/>
                </a:lnTo>
                <a:lnTo>
                  <a:pt x="2488304" y="666991"/>
                </a:lnTo>
                <a:lnTo>
                  <a:pt x="2455710" y="622095"/>
                </a:lnTo>
                <a:lnTo>
                  <a:pt x="2421002" y="589465"/>
                </a:lnTo>
                <a:lnTo>
                  <a:pt x="2382659" y="557205"/>
                </a:lnTo>
                <a:lnTo>
                  <a:pt x="2340710" y="525310"/>
                </a:lnTo>
                <a:lnTo>
                  <a:pt x="2297877" y="505556"/>
                </a:lnTo>
                <a:lnTo>
                  <a:pt x="2251935" y="474067"/>
                </a:lnTo>
                <a:lnTo>
                  <a:pt x="2206716" y="466607"/>
                </a:lnTo>
                <a:lnTo>
                  <a:pt x="2158784" y="447371"/>
                </a:lnTo>
                <a:lnTo>
                  <a:pt x="2110758" y="440195"/>
                </a:lnTo>
                <a:lnTo>
                  <a:pt x="2060415" y="421204"/>
                </a:lnTo>
                <a:lnTo>
                  <a:pt x="2011584" y="426161"/>
                </a:lnTo>
                <a:lnTo>
                  <a:pt x="1909565" y="412417"/>
                </a:lnTo>
                <a:lnTo>
                  <a:pt x="1183310" y="486149"/>
                </a:lnTo>
                <a:lnTo>
                  <a:pt x="1229864" y="469372"/>
                </a:lnTo>
                <a:lnTo>
                  <a:pt x="1277669" y="464518"/>
                </a:lnTo>
                <a:lnTo>
                  <a:pt x="1324293" y="447734"/>
                </a:lnTo>
                <a:lnTo>
                  <a:pt x="1372146" y="442875"/>
                </a:lnTo>
                <a:lnTo>
                  <a:pt x="1418796" y="426088"/>
                </a:lnTo>
                <a:lnTo>
                  <a:pt x="1466653" y="421229"/>
                </a:lnTo>
                <a:lnTo>
                  <a:pt x="1513285" y="404444"/>
                </a:lnTo>
                <a:close/>
              </a:path>
              <a:path w="3221990" h="1805939">
                <a:moveTo>
                  <a:pt x="821269" y="583161"/>
                </a:moveTo>
                <a:lnTo>
                  <a:pt x="963757" y="568695"/>
                </a:lnTo>
                <a:lnTo>
                  <a:pt x="917175" y="585475"/>
                </a:lnTo>
                <a:lnTo>
                  <a:pt x="869652" y="590300"/>
                </a:lnTo>
                <a:lnTo>
                  <a:pt x="821269" y="583161"/>
                </a:lnTo>
                <a:close/>
              </a:path>
              <a:path w="3221990" h="1805939">
                <a:moveTo>
                  <a:pt x="681462" y="585304"/>
                </a:moveTo>
                <a:lnTo>
                  <a:pt x="1154785" y="537250"/>
                </a:lnTo>
                <a:lnTo>
                  <a:pt x="1107939" y="554057"/>
                </a:lnTo>
                <a:lnTo>
                  <a:pt x="728303" y="592599"/>
                </a:lnTo>
                <a:lnTo>
                  <a:pt x="681462" y="585304"/>
                </a:lnTo>
                <a:close/>
              </a:path>
              <a:path w="3221990" h="1805939">
                <a:moveTo>
                  <a:pt x="228505" y="336631"/>
                </a:moveTo>
                <a:lnTo>
                  <a:pt x="258009" y="363169"/>
                </a:lnTo>
                <a:lnTo>
                  <a:pt x="296704" y="395394"/>
                </a:lnTo>
                <a:lnTo>
                  <a:pt x="336655" y="415440"/>
                </a:lnTo>
                <a:lnTo>
                  <a:pt x="380173" y="447176"/>
                </a:lnTo>
                <a:lnTo>
                  <a:pt x="424725" y="466755"/>
                </a:lnTo>
                <a:lnTo>
                  <a:pt x="471411" y="486117"/>
                </a:lnTo>
                <a:lnTo>
                  <a:pt x="518909" y="493346"/>
                </a:lnTo>
                <a:lnTo>
                  <a:pt x="567383" y="512527"/>
                </a:lnTo>
                <a:lnTo>
                  <a:pt x="710287" y="534173"/>
                </a:lnTo>
                <a:lnTo>
                  <a:pt x="803956" y="524663"/>
                </a:lnTo>
                <a:lnTo>
                  <a:pt x="852216" y="531815"/>
                </a:lnTo>
                <a:lnTo>
                  <a:pt x="1479142" y="468166"/>
                </a:lnTo>
                <a:lnTo>
                  <a:pt x="1434968" y="484702"/>
                </a:lnTo>
                <a:lnTo>
                  <a:pt x="1388958" y="489373"/>
                </a:lnTo>
                <a:lnTo>
                  <a:pt x="1296595" y="510802"/>
                </a:lnTo>
                <a:lnTo>
                  <a:pt x="1249194" y="515614"/>
                </a:lnTo>
                <a:lnTo>
                  <a:pt x="1202705" y="532385"/>
                </a:lnTo>
                <a:lnTo>
                  <a:pt x="636508" y="589868"/>
                </a:lnTo>
                <a:lnTo>
                  <a:pt x="546534" y="574900"/>
                </a:lnTo>
                <a:lnTo>
                  <a:pt x="501677" y="555352"/>
                </a:lnTo>
                <a:lnTo>
                  <a:pt x="459033" y="547630"/>
                </a:lnTo>
                <a:lnTo>
                  <a:pt x="416262" y="527870"/>
                </a:lnTo>
                <a:lnTo>
                  <a:pt x="374656" y="507992"/>
                </a:lnTo>
                <a:lnTo>
                  <a:pt x="334297" y="487987"/>
                </a:lnTo>
                <a:lnTo>
                  <a:pt x="295266" y="467847"/>
                </a:lnTo>
                <a:lnTo>
                  <a:pt x="256434" y="435636"/>
                </a:lnTo>
                <a:lnTo>
                  <a:pt x="219092" y="403273"/>
                </a:lnTo>
                <a:lnTo>
                  <a:pt x="195246" y="381592"/>
                </a:lnTo>
                <a:lnTo>
                  <a:pt x="200656" y="381043"/>
                </a:lnTo>
                <a:lnTo>
                  <a:pt x="221443" y="366881"/>
                </a:lnTo>
                <a:lnTo>
                  <a:pt x="233717" y="353584"/>
                </a:lnTo>
                <a:lnTo>
                  <a:pt x="228505" y="336631"/>
                </a:lnTo>
                <a:close/>
              </a:path>
              <a:path w="3221990" h="1805939">
                <a:moveTo>
                  <a:pt x="1087945" y="495831"/>
                </a:moveTo>
                <a:lnTo>
                  <a:pt x="1566497" y="447246"/>
                </a:lnTo>
                <a:lnTo>
                  <a:pt x="1523819" y="463630"/>
                </a:lnTo>
                <a:lnTo>
                  <a:pt x="1041578" y="512590"/>
                </a:lnTo>
                <a:lnTo>
                  <a:pt x="1087945" y="495831"/>
                </a:lnTo>
                <a:close/>
              </a:path>
              <a:path w="3221990" h="1805939">
                <a:moveTo>
                  <a:pt x="1607673" y="382810"/>
                </a:moveTo>
                <a:lnTo>
                  <a:pt x="1892990" y="353844"/>
                </a:lnTo>
                <a:lnTo>
                  <a:pt x="1941422" y="360978"/>
                </a:lnTo>
                <a:lnTo>
                  <a:pt x="1561103" y="399589"/>
                </a:lnTo>
                <a:lnTo>
                  <a:pt x="1607673" y="382810"/>
                </a:lnTo>
                <a:close/>
              </a:path>
              <a:path w="3221990" h="1805939">
                <a:moveTo>
                  <a:pt x="200778" y="320775"/>
                </a:moveTo>
                <a:lnTo>
                  <a:pt x="221892" y="330682"/>
                </a:lnTo>
                <a:lnTo>
                  <a:pt x="228505" y="336631"/>
                </a:lnTo>
                <a:lnTo>
                  <a:pt x="233717" y="353584"/>
                </a:lnTo>
                <a:lnTo>
                  <a:pt x="221443" y="366881"/>
                </a:lnTo>
                <a:lnTo>
                  <a:pt x="200656" y="381043"/>
                </a:lnTo>
                <a:lnTo>
                  <a:pt x="188836" y="375763"/>
                </a:lnTo>
                <a:lnTo>
                  <a:pt x="183323" y="370751"/>
                </a:lnTo>
                <a:lnTo>
                  <a:pt x="174260" y="347569"/>
                </a:lnTo>
                <a:lnTo>
                  <a:pt x="183095" y="334621"/>
                </a:lnTo>
                <a:lnTo>
                  <a:pt x="200778" y="320775"/>
                </a:lnTo>
                <a:close/>
              </a:path>
              <a:path w="3221990" h="1805939">
                <a:moveTo>
                  <a:pt x="188836" y="375763"/>
                </a:moveTo>
                <a:lnTo>
                  <a:pt x="200656" y="381043"/>
                </a:lnTo>
                <a:lnTo>
                  <a:pt x="195246" y="381592"/>
                </a:lnTo>
                <a:lnTo>
                  <a:pt x="188836" y="375763"/>
                </a:lnTo>
                <a:close/>
              </a:path>
              <a:path w="3221990" h="1805939">
                <a:moveTo>
                  <a:pt x="146256" y="326310"/>
                </a:moveTo>
                <a:lnTo>
                  <a:pt x="200778" y="320775"/>
                </a:lnTo>
                <a:lnTo>
                  <a:pt x="183095" y="334621"/>
                </a:lnTo>
                <a:lnTo>
                  <a:pt x="174260" y="347569"/>
                </a:lnTo>
                <a:lnTo>
                  <a:pt x="183323" y="370751"/>
                </a:lnTo>
                <a:lnTo>
                  <a:pt x="188836" y="375763"/>
                </a:lnTo>
                <a:lnTo>
                  <a:pt x="178671" y="371224"/>
                </a:lnTo>
                <a:lnTo>
                  <a:pt x="146256" y="326310"/>
                </a:lnTo>
                <a:close/>
              </a:path>
              <a:path w="3221990" h="1805939">
                <a:moveTo>
                  <a:pt x="0" y="0"/>
                </a:moveTo>
                <a:lnTo>
                  <a:pt x="59857" y="0"/>
                </a:lnTo>
                <a:lnTo>
                  <a:pt x="68078" y="32968"/>
                </a:lnTo>
                <a:lnTo>
                  <a:pt x="82188" y="79740"/>
                </a:lnTo>
                <a:lnTo>
                  <a:pt x="98899" y="126248"/>
                </a:lnTo>
                <a:lnTo>
                  <a:pt x="118425" y="172470"/>
                </a:lnTo>
                <a:lnTo>
                  <a:pt x="139768" y="206457"/>
                </a:lnTo>
                <a:lnTo>
                  <a:pt x="165564" y="252043"/>
                </a:lnTo>
                <a:lnTo>
                  <a:pt x="194818" y="297277"/>
                </a:lnTo>
                <a:lnTo>
                  <a:pt x="226532" y="330211"/>
                </a:lnTo>
                <a:lnTo>
                  <a:pt x="228505" y="336631"/>
                </a:lnTo>
                <a:lnTo>
                  <a:pt x="221892" y="330682"/>
                </a:lnTo>
                <a:lnTo>
                  <a:pt x="200778" y="320775"/>
                </a:lnTo>
                <a:lnTo>
                  <a:pt x="146256" y="326310"/>
                </a:lnTo>
                <a:lnTo>
                  <a:pt x="118351" y="292989"/>
                </a:lnTo>
                <a:lnTo>
                  <a:pt x="92379" y="247422"/>
                </a:lnTo>
                <a:lnTo>
                  <a:pt x="69397" y="201550"/>
                </a:lnTo>
                <a:lnTo>
                  <a:pt x="50461" y="167319"/>
                </a:lnTo>
                <a:lnTo>
                  <a:pt x="32995" y="120888"/>
                </a:lnTo>
                <a:lnTo>
                  <a:pt x="18056" y="74200"/>
                </a:lnTo>
                <a:lnTo>
                  <a:pt x="5488" y="27271"/>
                </a:lnTo>
                <a:lnTo>
                  <a:pt x="0" y="0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932905" y="1653912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683780" cy="102869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844809" y="3846986"/>
            <a:ext cx="10624185" cy="3797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Conocimientos</a:t>
            </a:r>
            <a:r>
              <a:rPr dirty="0" sz="3550" spc="25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y</a:t>
            </a:r>
            <a:r>
              <a:rPr dirty="0" sz="3550" spc="254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habilidades</a:t>
            </a:r>
            <a:r>
              <a:rPr dirty="0" sz="3550" spc="25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necesarias</a:t>
            </a:r>
            <a:r>
              <a:rPr dirty="0" sz="3550" spc="25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 spc="80">
                <a:solidFill>
                  <a:srgbClr val="ECE7E3"/>
                </a:solidFill>
                <a:latin typeface="Trebuchet MS"/>
                <a:cs typeface="Trebuchet MS"/>
              </a:rPr>
              <a:t>para</a:t>
            </a:r>
            <a:r>
              <a:rPr dirty="0" sz="3550" spc="25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 spc="-25">
                <a:solidFill>
                  <a:srgbClr val="ECE7E3"/>
                </a:solidFill>
                <a:latin typeface="Trebuchet MS"/>
                <a:cs typeface="Trebuchet MS"/>
              </a:rPr>
              <a:t>la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manipulación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(copiar,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20">
                <a:solidFill>
                  <a:srgbClr val="ECE7E3"/>
                </a:solidFill>
                <a:latin typeface="Trebuchet MS"/>
                <a:cs typeface="Trebuchet MS"/>
              </a:rPr>
              <a:t>borrar,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30">
                <a:solidFill>
                  <a:srgbClr val="ECE7E3"/>
                </a:solidFill>
                <a:latin typeface="Trebuchet MS"/>
                <a:cs typeface="Trebuchet MS"/>
              </a:rPr>
              <a:t>renombrar,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75">
                <a:solidFill>
                  <a:srgbClr val="ECE7E3"/>
                </a:solidFill>
                <a:latin typeface="Trebuchet MS"/>
                <a:cs typeface="Trebuchet MS"/>
              </a:rPr>
              <a:t>comprimir,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buscar,</a:t>
            </a:r>
            <a:r>
              <a:rPr dirty="0" sz="3550" spc="63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etc)</a:t>
            </a:r>
            <a:r>
              <a:rPr dirty="0" sz="3550" spc="64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edición</a:t>
            </a:r>
            <a:r>
              <a:rPr dirty="0" sz="3550" spc="6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55">
                <a:solidFill>
                  <a:srgbClr val="ECE7E3"/>
                </a:solidFill>
                <a:latin typeface="Trebuchet MS"/>
                <a:cs typeface="Trebuchet MS"/>
              </a:rPr>
              <a:t>de</a:t>
            </a:r>
            <a:r>
              <a:rPr dirty="0" sz="3550" spc="64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contenido</a:t>
            </a:r>
            <a:r>
              <a:rPr dirty="0" sz="3550" spc="64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y</a:t>
            </a:r>
            <a:r>
              <a:rPr dirty="0" sz="3550" spc="64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sus</a:t>
            </a:r>
            <a:r>
              <a:rPr dirty="0" sz="3550" spc="64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30">
                <a:solidFill>
                  <a:srgbClr val="ECE7E3"/>
                </a:solidFill>
                <a:latin typeface="Trebuchet MS"/>
                <a:cs typeface="Trebuchet MS"/>
              </a:rPr>
              <a:t>atributos;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transferencia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local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 spc="55">
                <a:solidFill>
                  <a:srgbClr val="ECE7E3"/>
                </a:solidFill>
                <a:latin typeface="Trebuchet MS"/>
                <a:cs typeface="Trebuchet MS"/>
              </a:rPr>
              <a:t>de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archivos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(disco</a:t>
            </a:r>
            <a:r>
              <a:rPr dirty="0" sz="3550" spc="-60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duro,</a:t>
            </a:r>
            <a:r>
              <a:rPr dirty="0" sz="3550" spc="-55">
                <a:solidFill>
                  <a:srgbClr val="ECE7E3"/>
                </a:solidFill>
                <a:latin typeface="Trebuchet MS"/>
                <a:cs typeface="Trebuchet MS"/>
              </a:rPr>
              <a:t>  </a:t>
            </a:r>
            <a:r>
              <a:rPr dirty="0" sz="3550" spc="-20">
                <a:solidFill>
                  <a:srgbClr val="ECE7E3"/>
                </a:solidFill>
                <a:latin typeface="Trebuchet MS"/>
                <a:cs typeface="Trebuchet MS"/>
              </a:rPr>
              <a:t>USB, </a:t>
            </a:r>
            <a:r>
              <a:rPr dirty="0" sz="3550" spc="50">
                <a:solidFill>
                  <a:srgbClr val="ECE7E3"/>
                </a:solidFill>
                <a:latin typeface="Trebuchet MS"/>
                <a:cs typeface="Trebuchet MS"/>
              </a:rPr>
              <a:t>disco</a:t>
            </a:r>
            <a:r>
              <a:rPr dirty="0" sz="3550" spc="17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óptico),</a:t>
            </a:r>
            <a:r>
              <a:rPr dirty="0" sz="3550" spc="18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por</a:t>
            </a:r>
            <a:r>
              <a:rPr dirty="0" sz="3550" spc="18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proximidad</a:t>
            </a:r>
            <a:r>
              <a:rPr dirty="0" sz="3550" spc="18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(bluetooth</a:t>
            </a:r>
            <a:r>
              <a:rPr dirty="0" sz="3550" spc="18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airdrop)</a:t>
            </a:r>
            <a:r>
              <a:rPr dirty="0" sz="3550" spc="18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5">
                <a:solidFill>
                  <a:srgbClr val="ECE7E3"/>
                </a:solidFill>
                <a:latin typeface="Trebuchet MS"/>
                <a:cs typeface="Trebuchet MS"/>
              </a:rPr>
              <a:t>o </a:t>
            </a:r>
            <a:r>
              <a:rPr dirty="0" sz="3550" spc="55">
                <a:solidFill>
                  <a:srgbClr val="ECE7E3"/>
                </a:solidFill>
                <a:latin typeface="Trebuchet MS"/>
                <a:cs typeface="Trebuchet MS"/>
              </a:rPr>
              <a:t>de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forma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remota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20">
                <a:solidFill>
                  <a:srgbClr val="ECE7E3"/>
                </a:solidFill>
                <a:latin typeface="Trebuchet MS"/>
                <a:cs typeface="Trebuchet MS"/>
              </a:rPr>
              <a:t>(adjunto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por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inbox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55">
                <a:solidFill>
                  <a:srgbClr val="ECE7E3"/>
                </a:solidFill>
                <a:latin typeface="Trebuchet MS"/>
                <a:cs typeface="Trebuchet MS"/>
              </a:rPr>
              <a:t>o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en</a:t>
            </a:r>
            <a:r>
              <a:rPr dirty="0" sz="3550" spc="-3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ECE7E3"/>
                </a:solidFill>
                <a:latin typeface="Trebuchet MS"/>
                <a:cs typeface="Trebuchet MS"/>
              </a:rPr>
              <a:t>la</a:t>
            </a:r>
            <a:r>
              <a:rPr dirty="0" sz="3550" spc="-4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550" spc="-10">
                <a:solidFill>
                  <a:srgbClr val="ECE7E3"/>
                </a:solidFill>
                <a:latin typeface="Trebuchet MS"/>
                <a:cs typeface="Trebuchet MS"/>
              </a:rPr>
              <a:t>nube)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13672" y="8256873"/>
            <a:ext cx="436880" cy="17773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0" spc="-3250" b="1">
                <a:solidFill>
                  <a:srgbClr val="152540"/>
                </a:solidFill>
                <a:latin typeface="Arial"/>
                <a:cs typeface="Arial"/>
              </a:rPr>
              <a:t>1</a:t>
            </a:r>
            <a:endParaRPr sz="115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77424" y="2036948"/>
            <a:ext cx="8080375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8970" algn="l"/>
                <a:tab pos="3533775" algn="l"/>
                <a:tab pos="6566534" algn="l"/>
              </a:tabLst>
            </a:pPr>
            <a:r>
              <a:rPr dirty="0" sz="4100" spc="345">
                <a:solidFill>
                  <a:srgbClr val="ECE7E3"/>
                </a:solidFill>
                <a:latin typeface="Trebuchet MS"/>
                <a:cs typeface="Trebuchet MS"/>
              </a:rPr>
              <a:t>SABER</a:t>
            </a:r>
            <a:r>
              <a:rPr dirty="0" sz="4100">
                <a:solidFill>
                  <a:srgbClr val="ECE7E3"/>
                </a:solidFill>
                <a:latin typeface="Trebuchet MS"/>
                <a:cs typeface="Trebuchet MS"/>
              </a:rPr>
              <a:t>	</a:t>
            </a:r>
            <a:r>
              <a:rPr dirty="0" sz="4100" spc="315">
                <a:solidFill>
                  <a:srgbClr val="ECE7E3"/>
                </a:solidFill>
                <a:latin typeface="Trebuchet MS"/>
                <a:cs typeface="Trebuchet MS"/>
              </a:rPr>
              <a:t>USAR</a:t>
            </a:r>
            <a:r>
              <a:rPr dirty="0" sz="4100">
                <a:solidFill>
                  <a:srgbClr val="ECE7E3"/>
                </a:solidFill>
                <a:latin typeface="Trebuchet MS"/>
                <a:cs typeface="Trebuchet MS"/>
              </a:rPr>
              <a:t>	</a:t>
            </a:r>
            <a:r>
              <a:rPr dirty="0" sz="4100" spc="450">
                <a:solidFill>
                  <a:srgbClr val="ECE7E3"/>
                </a:solidFill>
                <a:latin typeface="Trebuchet MS"/>
                <a:cs typeface="Trebuchet MS"/>
              </a:rPr>
              <a:t>ARCHIVOS</a:t>
            </a:r>
            <a:r>
              <a:rPr dirty="0" sz="4100">
                <a:solidFill>
                  <a:srgbClr val="ECE7E3"/>
                </a:solidFill>
                <a:latin typeface="Trebuchet MS"/>
                <a:cs typeface="Trebuchet MS"/>
              </a:rPr>
              <a:t>	</a:t>
            </a:r>
            <a:r>
              <a:rPr dirty="0" sz="4100" spc="-240">
                <a:solidFill>
                  <a:srgbClr val="ECE7E3"/>
                </a:solidFill>
                <a:latin typeface="Trebuchet MS"/>
                <a:cs typeface="Trebuchet MS"/>
              </a:rPr>
              <a:t>(</a:t>
            </a:r>
            <a:r>
              <a:rPr dirty="0" sz="4100" spc="-850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4100" spc="315">
                <a:solidFill>
                  <a:srgbClr val="ECE7E3"/>
                </a:solidFill>
                <a:latin typeface="Trebuchet MS"/>
                <a:cs typeface="Trebuchet MS"/>
              </a:rPr>
              <a:t>ARC)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09438" y="1383331"/>
            <a:ext cx="736600" cy="1783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535">
                <a:latin typeface="Roboto Cn"/>
                <a:cs typeface="Roboto Cn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3343275" cy="3082290"/>
            <a:chOff x="0" y="0"/>
            <a:chExt cx="3343275" cy="308229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992120" cy="2595880"/>
            </a:xfrm>
            <a:custGeom>
              <a:avLst/>
              <a:gdLst/>
              <a:ahLst/>
              <a:cxnLst/>
              <a:rect l="l" t="t" r="r" b="b"/>
              <a:pathLst>
                <a:path w="2992120" h="2595880">
                  <a:moveTo>
                    <a:pt x="0" y="2595423"/>
                  </a:moveTo>
                  <a:lnTo>
                    <a:pt x="0" y="0"/>
                  </a:lnTo>
                  <a:lnTo>
                    <a:pt x="2620140" y="0"/>
                  </a:lnTo>
                  <a:lnTo>
                    <a:pt x="2620504" y="2228"/>
                  </a:lnTo>
                  <a:lnTo>
                    <a:pt x="2631518" y="52369"/>
                  </a:lnTo>
                  <a:lnTo>
                    <a:pt x="2645197" y="101890"/>
                  </a:lnTo>
                  <a:lnTo>
                    <a:pt x="2661475" y="150760"/>
                  </a:lnTo>
                  <a:lnTo>
                    <a:pt x="2680284" y="198948"/>
                  </a:lnTo>
                  <a:lnTo>
                    <a:pt x="2701556" y="246423"/>
                  </a:lnTo>
                  <a:lnTo>
                    <a:pt x="2725224" y="293153"/>
                  </a:lnTo>
                  <a:lnTo>
                    <a:pt x="2751221" y="339107"/>
                  </a:lnTo>
                  <a:lnTo>
                    <a:pt x="2776908" y="382004"/>
                  </a:lnTo>
                  <a:lnTo>
                    <a:pt x="2803074" y="424582"/>
                  </a:lnTo>
                  <a:lnTo>
                    <a:pt x="2829623" y="466905"/>
                  </a:lnTo>
                  <a:lnTo>
                    <a:pt x="2856459" y="509037"/>
                  </a:lnTo>
                  <a:lnTo>
                    <a:pt x="2964761" y="676924"/>
                  </a:lnTo>
                  <a:lnTo>
                    <a:pt x="2991597" y="719055"/>
                  </a:lnTo>
                  <a:lnTo>
                    <a:pt x="2966759" y="749486"/>
                  </a:lnTo>
                  <a:lnTo>
                    <a:pt x="2942165" y="780280"/>
                  </a:lnTo>
                  <a:lnTo>
                    <a:pt x="2917085" y="810832"/>
                  </a:lnTo>
                  <a:lnTo>
                    <a:pt x="2890794" y="840535"/>
                  </a:lnTo>
                  <a:lnTo>
                    <a:pt x="2854888" y="877003"/>
                  </a:lnTo>
                  <a:lnTo>
                    <a:pt x="2818009" y="911993"/>
                  </a:lnTo>
                  <a:lnTo>
                    <a:pt x="2780180" y="945546"/>
                  </a:lnTo>
                  <a:lnTo>
                    <a:pt x="2741428" y="977699"/>
                  </a:lnTo>
                  <a:lnTo>
                    <a:pt x="2701777" y="1008492"/>
                  </a:lnTo>
                  <a:lnTo>
                    <a:pt x="2661253" y="1037964"/>
                  </a:lnTo>
                  <a:lnTo>
                    <a:pt x="2619882" y="1066153"/>
                  </a:lnTo>
                  <a:lnTo>
                    <a:pt x="2577688" y="1093100"/>
                  </a:lnTo>
                  <a:lnTo>
                    <a:pt x="2534697" y="1118843"/>
                  </a:lnTo>
                  <a:lnTo>
                    <a:pt x="2490934" y="1143422"/>
                  </a:lnTo>
                  <a:lnTo>
                    <a:pt x="2446424" y="1166874"/>
                  </a:lnTo>
                  <a:lnTo>
                    <a:pt x="2401193" y="1189240"/>
                  </a:lnTo>
                  <a:lnTo>
                    <a:pt x="2355266" y="1210558"/>
                  </a:lnTo>
                  <a:lnTo>
                    <a:pt x="2308668" y="1230867"/>
                  </a:lnTo>
                  <a:lnTo>
                    <a:pt x="2261424" y="1250207"/>
                  </a:lnTo>
                  <a:lnTo>
                    <a:pt x="2214737" y="1268313"/>
                  </a:lnTo>
                  <a:lnTo>
                    <a:pt x="2026665" y="1338311"/>
                  </a:lnTo>
                  <a:lnTo>
                    <a:pt x="1979893" y="1356341"/>
                  </a:lnTo>
                  <a:lnTo>
                    <a:pt x="1933450" y="1375037"/>
                  </a:lnTo>
                  <a:lnTo>
                    <a:pt x="1887453" y="1394627"/>
                  </a:lnTo>
                  <a:lnTo>
                    <a:pt x="1842015" y="1415337"/>
                  </a:lnTo>
                  <a:lnTo>
                    <a:pt x="1797254" y="1437395"/>
                  </a:lnTo>
                  <a:lnTo>
                    <a:pt x="1753283" y="1461028"/>
                  </a:lnTo>
                  <a:lnTo>
                    <a:pt x="1710220" y="1486464"/>
                  </a:lnTo>
                  <a:lnTo>
                    <a:pt x="1668179" y="1513928"/>
                  </a:lnTo>
                  <a:lnTo>
                    <a:pt x="1627275" y="1543650"/>
                  </a:lnTo>
                  <a:lnTo>
                    <a:pt x="1587625" y="1575855"/>
                  </a:lnTo>
                  <a:lnTo>
                    <a:pt x="1549344" y="1610771"/>
                  </a:lnTo>
                  <a:lnTo>
                    <a:pt x="1512686" y="1646537"/>
                  </a:lnTo>
                  <a:lnTo>
                    <a:pt x="1477068" y="1683238"/>
                  </a:lnTo>
                  <a:lnTo>
                    <a:pt x="1443533" y="1721589"/>
                  </a:lnTo>
                  <a:lnTo>
                    <a:pt x="1413121" y="1762310"/>
                  </a:lnTo>
                  <a:lnTo>
                    <a:pt x="1386874" y="1806118"/>
                  </a:lnTo>
                  <a:lnTo>
                    <a:pt x="1365831" y="1853731"/>
                  </a:lnTo>
                  <a:lnTo>
                    <a:pt x="1343336" y="1854155"/>
                  </a:lnTo>
                  <a:lnTo>
                    <a:pt x="1322347" y="1854155"/>
                  </a:lnTo>
                  <a:lnTo>
                    <a:pt x="1297862" y="1855003"/>
                  </a:lnTo>
                  <a:lnTo>
                    <a:pt x="1224803" y="1867672"/>
                  </a:lnTo>
                  <a:lnTo>
                    <a:pt x="1174840" y="1878933"/>
                  </a:lnTo>
                  <a:lnTo>
                    <a:pt x="1125468" y="1891372"/>
                  </a:lnTo>
                  <a:lnTo>
                    <a:pt x="1076680" y="1904968"/>
                  </a:lnTo>
                  <a:lnTo>
                    <a:pt x="1028468" y="1919702"/>
                  </a:lnTo>
                  <a:lnTo>
                    <a:pt x="980825" y="1935556"/>
                  </a:lnTo>
                  <a:lnTo>
                    <a:pt x="933742" y="1952509"/>
                  </a:lnTo>
                  <a:lnTo>
                    <a:pt x="887211" y="1970542"/>
                  </a:lnTo>
                  <a:lnTo>
                    <a:pt x="841224" y="1989637"/>
                  </a:lnTo>
                  <a:lnTo>
                    <a:pt x="795774" y="2009773"/>
                  </a:lnTo>
                  <a:lnTo>
                    <a:pt x="750853" y="2030932"/>
                  </a:lnTo>
                  <a:lnTo>
                    <a:pt x="706452" y="2053093"/>
                  </a:lnTo>
                  <a:lnTo>
                    <a:pt x="662564" y="2076238"/>
                  </a:lnTo>
                  <a:lnTo>
                    <a:pt x="619180" y="2100347"/>
                  </a:lnTo>
                  <a:lnTo>
                    <a:pt x="576293" y="2125401"/>
                  </a:lnTo>
                  <a:lnTo>
                    <a:pt x="533895" y="2151381"/>
                  </a:lnTo>
                  <a:lnTo>
                    <a:pt x="491978" y="2178267"/>
                  </a:lnTo>
                  <a:lnTo>
                    <a:pt x="450534" y="2206039"/>
                  </a:lnTo>
                  <a:lnTo>
                    <a:pt x="409555" y="2234680"/>
                  </a:lnTo>
                  <a:lnTo>
                    <a:pt x="369033" y="2264168"/>
                  </a:lnTo>
                  <a:lnTo>
                    <a:pt x="328960" y="2294485"/>
                  </a:lnTo>
                  <a:lnTo>
                    <a:pt x="289328" y="2325611"/>
                  </a:lnTo>
                  <a:lnTo>
                    <a:pt x="250129" y="2357527"/>
                  </a:lnTo>
                  <a:lnTo>
                    <a:pt x="211356" y="2390214"/>
                  </a:lnTo>
                  <a:lnTo>
                    <a:pt x="173000" y="2423653"/>
                  </a:lnTo>
                  <a:lnTo>
                    <a:pt x="134716" y="2458185"/>
                  </a:lnTo>
                  <a:lnTo>
                    <a:pt x="97417" y="2493549"/>
                  </a:lnTo>
                  <a:lnTo>
                    <a:pt x="61125" y="2529749"/>
                  </a:lnTo>
                  <a:lnTo>
                    <a:pt x="25859" y="2566790"/>
                  </a:lnTo>
                  <a:lnTo>
                    <a:pt x="0" y="2595423"/>
                  </a:lnTo>
                  <a:close/>
                </a:path>
              </a:pathLst>
            </a:custGeom>
            <a:solidFill>
              <a:srgbClr val="253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3227705" cy="2662555"/>
            </a:xfrm>
            <a:custGeom>
              <a:avLst/>
              <a:gdLst/>
              <a:ahLst/>
              <a:cxnLst/>
              <a:rect l="l" t="t" r="r" b="b"/>
              <a:pathLst>
                <a:path w="3227705" h="2662555">
                  <a:moveTo>
                    <a:pt x="2796619" y="1973041"/>
                  </a:moveTo>
                  <a:lnTo>
                    <a:pt x="2513780" y="1973041"/>
                  </a:lnTo>
                  <a:lnTo>
                    <a:pt x="2562795" y="1972186"/>
                  </a:lnTo>
                  <a:lnTo>
                    <a:pt x="2611629" y="1968346"/>
                  </a:lnTo>
                  <a:lnTo>
                    <a:pt x="2660237" y="1960935"/>
                  </a:lnTo>
                  <a:lnTo>
                    <a:pt x="2708574" y="1949364"/>
                  </a:lnTo>
                  <a:lnTo>
                    <a:pt x="2758722" y="1933040"/>
                  </a:lnTo>
                  <a:lnTo>
                    <a:pt x="2805914" y="1913774"/>
                  </a:lnTo>
                  <a:lnTo>
                    <a:pt x="2850171" y="1891716"/>
                  </a:lnTo>
                  <a:lnTo>
                    <a:pt x="2891515" y="1867016"/>
                  </a:lnTo>
                  <a:lnTo>
                    <a:pt x="2929970" y="1839824"/>
                  </a:lnTo>
                  <a:lnTo>
                    <a:pt x="2965558" y="1810290"/>
                  </a:lnTo>
                  <a:lnTo>
                    <a:pt x="2998302" y="1778564"/>
                  </a:lnTo>
                  <a:lnTo>
                    <a:pt x="3028224" y="1744796"/>
                  </a:lnTo>
                  <a:lnTo>
                    <a:pt x="3055346" y="1709136"/>
                  </a:lnTo>
                  <a:lnTo>
                    <a:pt x="3079692" y="1671734"/>
                  </a:lnTo>
                  <a:lnTo>
                    <a:pt x="3101284" y="1632741"/>
                  </a:lnTo>
                  <a:lnTo>
                    <a:pt x="3120144" y="1592305"/>
                  </a:lnTo>
                  <a:lnTo>
                    <a:pt x="3136295" y="1550578"/>
                  </a:lnTo>
                  <a:lnTo>
                    <a:pt x="3149760" y="1507709"/>
                  </a:lnTo>
                  <a:lnTo>
                    <a:pt x="3160561" y="1463848"/>
                  </a:lnTo>
                  <a:lnTo>
                    <a:pt x="3168721" y="1419145"/>
                  </a:lnTo>
                  <a:lnTo>
                    <a:pt x="3174262" y="1373750"/>
                  </a:lnTo>
                  <a:lnTo>
                    <a:pt x="3177207" y="1327814"/>
                  </a:lnTo>
                  <a:lnTo>
                    <a:pt x="3177579" y="1281486"/>
                  </a:lnTo>
                  <a:lnTo>
                    <a:pt x="3175399" y="1234916"/>
                  </a:lnTo>
                  <a:lnTo>
                    <a:pt x="3170691" y="1188254"/>
                  </a:lnTo>
                  <a:lnTo>
                    <a:pt x="3163478" y="1141651"/>
                  </a:lnTo>
                  <a:lnTo>
                    <a:pt x="3152730" y="1090952"/>
                  </a:lnTo>
                  <a:lnTo>
                    <a:pt x="3139524" y="1041338"/>
                  </a:lnTo>
                  <a:lnTo>
                    <a:pt x="3123990" y="992745"/>
                  </a:lnTo>
                  <a:lnTo>
                    <a:pt x="3106253" y="945109"/>
                  </a:lnTo>
                  <a:lnTo>
                    <a:pt x="3086443" y="898366"/>
                  </a:lnTo>
                  <a:lnTo>
                    <a:pt x="3064686" y="852454"/>
                  </a:lnTo>
                  <a:lnTo>
                    <a:pt x="3041110" y="807307"/>
                  </a:lnTo>
                  <a:lnTo>
                    <a:pt x="3015843" y="762862"/>
                  </a:lnTo>
                  <a:lnTo>
                    <a:pt x="2989012" y="719055"/>
                  </a:lnTo>
                  <a:lnTo>
                    <a:pt x="2962176" y="676924"/>
                  </a:lnTo>
                  <a:lnTo>
                    <a:pt x="2853874" y="509037"/>
                  </a:lnTo>
                  <a:lnTo>
                    <a:pt x="2827038" y="466905"/>
                  </a:lnTo>
                  <a:lnTo>
                    <a:pt x="2800490" y="424582"/>
                  </a:lnTo>
                  <a:lnTo>
                    <a:pt x="2774324" y="382004"/>
                  </a:lnTo>
                  <a:lnTo>
                    <a:pt x="2748636" y="339107"/>
                  </a:lnTo>
                  <a:lnTo>
                    <a:pt x="2722664" y="292882"/>
                  </a:lnTo>
                  <a:lnTo>
                    <a:pt x="2699061" y="245975"/>
                  </a:lnTo>
                  <a:lnTo>
                    <a:pt x="2677881" y="198403"/>
                  </a:lnTo>
                  <a:lnTo>
                    <a:pt x="2659178" y="150186"/>
                  </a:lnTo>
                  <a:lnTo>
                    <a:pt x="2643005" y="101340"/>
                  </a:lnTo>
                  <a:lnTo>
                    <a:pt x="2629418" y="51884"/>
                  </a:lnTo>
                  <a:lnTo>
                    <a:pt x="2618469" y="1836"/>
                  </a:lnTo>
                  <a:lnTo>
                    <a:pt x="2618169" y="0"/>
                  </a:lnTo>
                  <a:lnTo>
                    <a:pt x="2669352" y="0"/>
                  </a:lnTo>
                  <a:lnTo>
                    <a:pt x="2670743" y="8177"/>
                  </a:lnTo>
                  <a:lnTo>
                    <a:pt x="2681404" y="56318"/>
                  </a:lnTo>
                  <a:lnTo>
                    <a:pt x="2694405" y="103757"/>
                  </a:lnTo>
                  <a:lnTo>
                    <a:pt x="2709625" y="150186"/>
                  </a:lnTo>
                  <a:lnTo>
                    <a:pt x="2709736" y="150526"/>
                  </a:lnTo>
                  <a:lnTo>
                    <a:pt x="2727386" y="196657"/>
                  </a:lnTo>
                  <a:lnTo>
                    <a:pt x="2747343" y="242181"/>
                  </a:lnTo>
                  <a:lnTo>
                    <a:pt x="2769316" y="287621"/>
                  </a:lnTo>
                  <a:lnTo>
                    <a:pt x="2792544" y="332449"/>
                  </a:lnTo>
                  <a:lnTo>
                    <a:pt x="2816967" y="376671"/>
                  </a:lnTo>
                  <a:lnTo>
                    <a:pt x="2842522" y="420297"/>
                  </a:lnTo>
                  <a:lnTo>
                    <a:pt x="2869147" y="463333"/>
                  </a:lnTo>
                  <a:lnTo>
                    <a:pt x="2896779" y="505788"/>
                  </a:lnTo>
                  <a:lnTo>
                    <a:pt x="2925358" y="547669"/>
                  </a:lnTo>
                  <a:lnTo>
                    <a:pt x="2954821" y="588984"/>
                  </a:lnTo>
                  <a:lnTo>
                    <a:pt x="2985106" y="629740"/>
                  </a:lnTo>
                  <a:lnTo>
                    <a:pt x="3016150" y="669946"/>
                  </a:lnTo>
                  <a:lnTo>
                    <a:pt x="3040579" y="714921"/>
                  </a:lnTo>
                  <a:lnTo>
                    <a:pt x="3065547" y="759644"/>
                  </a:lnTo>
                  <a:lnTo>
                    <a:pt x="3090299" y="804511"/>
                  </a:lnTo>
                  <a:lnTo>
                    <a:pt x="3114081" y="849917"/>
                  </a:lnTo>
                  <a:lnTo>
                    <a:pt x="3136141" y="896256"/>
                  </a:lnTo>
                  <a:lnTo>
                    <a:pt x="3155723" y="943923"/>
                  </a:lnTo>
                  <a:lnTo>
                    <a:pt x="3172038" y="990522"/>
                  </a:lnTo>
                  <a:lnTo>
                    <a:pt x="3186548" y="1037254"/>
                  </a:lnTo>
                  <a:lnTo>
                    <a:pt x="3199107" y="1084093"/>
                  </a:lnTo>
                  <a:lnTo>
                    <a:pt x="3209572" y="1131015"/>
                  </a:lnTo>
                  <a:lnTo>
                    <a:pt x="3217800" y="1177992"/>
                  </a:lnTo>
                  <a:lnTo>
                    <a:pt x="3223645" y="1225001"/>
                  </a:lnTo>
                  <a:lnTo>
                    <a:pt x="3226964" y="1272016"/>
                  </a:lnTo>
                  <a:lnTo>
                    <a:pt x="3227612" y="1319011"/>
                  </a:lnTo>
                  <a:lnTo>
                    <a:pt x="3225446" y="1365960"/>
                  </a:lnTo>
                  <a:lnTo>
                    <a:pt x="3220322" y="1412839"/>
                  </a:lnTo>
                  <a:lnTo>
                    <a:pt x="3212094" y="1459622"/>
                  </a:lnTo>
                  <a:lnTo>
                    <a:pt x="3200620" y="1506283"/>
                  </a:lnTo>
                  <a:lnTo>
                    <a:pt x="3185755" y="1552798"/>
                  </a:lnTo>
                  <a:lnTo>
                    <a:pt x="3167354" y="1599140"/>
                  </a:lnTo>
                  <a:lnTo>
                    <a:pt x="3145460" y="1645989"/>
                  </a:lnTo>
                  <a:lnTo>
                    <a:pt x="3121111" y="1690800"/>
                  </a:lnTo>
                  <a:lnTo>
                    <a:pt x="3094277" y="1733422"/>
                  </a:lnTo>
                  <a:lnTo>
                    <a:pt x="3064924" y="1773701"/>
                  </a:lnTo>
                  <a:lnTo>
                    <a:pt x="3033023" y="1811486"/>
                  </a:lnTo>
                  <a:lnTo>
                    <a:pt x="2998559" y="1846606"/>
                  </a:lnTo>
                  <a:lnTo>
                    <a:pt x="2961450" y="1878960"/>
                  </a:lnTo>
                  <a:lnTo>
                    <a:pt x="2921714" y="1908344"/>
                  </a:lnTo>
                  <a:lnTo>
                    <a:pt x="2879304" y="1934623"/>
                  </a:lnTo>
                  <a:lnTo>
                    <a:pt x="2834188" y="1957645"/>
                  </a:lnTo>
                  <a:lnTo>
                    <a:pt x="2796619" y="1973041"/>
                  </a:lnTo>
                  <a:close/>
                </a:path>
                <a:path w="3227705" h="2662555">
                  <a:moveTo>
                    <a:pt x="0" y="2662011"/>
                  </a:moveTo>
                  <a:lnTo>
                    <a:pt x="0" y="2592137"/>
                  </a:lnTo>
                  <a:lnTo>
                    <a:pt x="23274" y="2566281"/>
                  </a:lnTo>
                  <a:lnTo>
                    <a:pt x="58540" y="2529088"/>
                  </a:lnTo>
                  <a:lnTo>
                    <a:pt x="94832" y="2492708"/>
                  </a:lnTo>
                  <a:lnTo>
                    <a:pt x="132131" y="2457135"/>
                  </a:lnTo>
                  <a:lnTo>
                    <a:pt x="170415" y="2422361"/>
                  </a:lnTo>
                  <a:lnTo>
                    <a:pt x="208771" y="2388922"/>
                  </a:lnTo>
                  <a:lnTo>
                    <a:pt x="247544" y="2356235"/>
                  </a:lnTo>
                  <a:lnTo>
                    <a:pt x="286743" y="2324319"/>
                  </a:lnTo>
                  <a:lnTo>
                    <a:pt x="326375" y="2293193"/>
                  </a:lnTo>
                  <a:lnTo>
                    <a:pt x="366448" y="2262876"/>
                  </a:lnTo>
                  <a:lnTo>
                    <a:pt x="406970" y="2233387"/>
                  </a:lnTo>
                  <a:lnTo>
                    <a:pt x="447949" y="2204747"/>
                  </a:lnTo>
                  <a:lnTo>
                    <a:pt x="489393" y="2176975"/>
                  </a:lnTo>
                  <a:lnTo>
                    <a:pt x="531310" y="2150089"/>
                  </a:lnTo>
                  <a:lnTo>
                    <a:pt x="573708" y="2124109"/>
                  </a:lnTo>
                  <a:lnTo>
                    <a:pt x="616595" y="2099055"/>
                  </a:lnTo>
                  <a:lnTo>
                    <a:pt x="659979" y="2074946"/>
                  </a:lnTo>
                  <a:lnTo>
                    <a:pt x="703867" y="2051801"/>
                  </a:lnTo>
                  <a:lnTo>
                    <a:pt x="748268" y="2029639"/>
                  </a:lnTo>
                  <a:lnTo>
                    <a:pt x="793189" y="2008481"/>
                  </a:lnTo>
                  <a:lnTo>
                    <a:pt x="838639" y="1988345"/>
                  </a:lnTo>
                  <a:lnTo>
                    <a:pt x="884626" y="1969250"/>
                  </a:lnTo>
                  <a:lnTo>
                    <a:pt x="931157" y="1951217"/>
                  </a:lnTo>
                  <a:lnTo>
                    <a:pt x="978240" y="1934263"/>
                  </a:lnTo>
                  <a:lnTo>
                    <a:pt x="1025883" y="1918410"/>
                  </a:lnTo>
                  <a:lnTo>
                    <a:pt x="1074095" y="1903675"/>
                  </a:lnTo>
                  <a:lnTo>
                    <a:pt x="1122883" y="1890079"/>
                  </a:lnTo>
                  <a:lnTo>
                    <a:pt x="1172254" y="1877641"/>
                  </a:lnTo>
                  <a:lnTo>
                    <a:pt x="1222218" y="1866380"/>
                  </a:lnTo>
                  <a:lnTo>
                    <a:pt x="1272782" y="1856316"/>
                  </a:lnTo>
                  <a:lnTo>
                    <a:pt x="1319255" y="1852863"/>
                  </a:lnTo>
                  <a:lnTo>
                    <a:pt x="1340206" y="1852863"/>
                  </a:lnTo>
                  <a:lnTo>
                    <a:pt x="1363246" y="1852439"/>
                  </a:lnTo>
                  <a:lnTo>
                    <a:pt x="1411361" y="1846606"/>
                  </a:lnTo>
                  <a:lnTo>
                    <a:pt x="1459362" y="1843283"/>
                  </a:lnTo>
                  <a:lnTo>
                    <a:pt x="1507295" y="1842130"/>
                  </a:lnTo>
                  <a:lnTo>
                    <a:pt x="1555206" y="1842808"/>
                  </a:lnTo>
                  <a:lnTo>
                    <a:pt x="1603139" y="1844979"/>
                  </a:lnTo>
                  <a:lnTo>
                    <a:pt x="1651141" y="1848302"/>
                  </a:lnTo>
                  <a:lnTo>
                    <a:pt x="1699255" y="1852439"/>
                  </a:lnTo>
                  <a:lnTo>
                    <a:pt x="1751017" y="1857995"/>
                  </a:lnTo>
                  <a:lnTo>
                    <a:pt x="1802546" y="1864956"/>
                  </a:lnTo>
                  <a:lnTo>
                    <a:pt x="1853884" y="1873075"/>
                  </a:lnTo>
                  <a:lnTo>
                    <a:pt x="1905074" y="1882104"/>
                  </a:lnTo>
                  <a:lnTo>
                    <a:pt x="1959711" y="1892501"/>
                  </a:lnTo>
                  <a:lnTo>
                    <a:pt x="1476727" y="1892501"/>
                  </a:lnTo>
                  <a:lnTo>
                    <a:pt x="1424544" y="1893990"/>
                  </a:lnTo>
                  <a:lnTo>
                    <a:pt x="1374908" y="1898580"/>
                  </a:lnTo>
                  <a:lnTo>
                    <a:pt x="1372915" y="1898963"/>
                  </a:lnTo>
                  <a:lnTo>
                    <a:pt x="1316722" y="1898963"/>
                  </a:lnTo>
                  <a:lnTo>
                    <a:pt x="1266379" y="1907180"/>
                  </a:lnTo>
                  <a:lnTo>
                    <a:pt x="1216579" y="1916740"/>
                  </a:lnTo>
                  <a:lnTo>
                    <a:pt x="1167313" y="1927622"/>
                  </a:lnTo>
                  <a:lnTo>
                    <a:pt x="1118574" y="1939804"/>
                  </a:lnTo>
                  <a:lnTo>
                    <a:pt x="1070353" y="1953265"/>
                  </a:lnTo>
                  <a:lnTo>
                    <a:pt x="1022642" y="1967983"/>
                  </a:lnTo>
                  <a:lnTo>
                    <a:pt x="975435" y="1983939"/>
                  </a:lnTo>
                  <a:lnTo>
                    <a:pt x="928722" y="2001109"/>
                  </a:lnTo>
                  <a:lnTo>
                    <a:pt x="882495" y="2019474"/>
                  </a:lnTo>
                  <a:lnTo>
                    <a:pt x="836747" y="2039011"/>
                  </a:lnTo>
                  <a:lnTo>
                    <a:pt x="791470" y="2059699"/>
                  </a:lnTo>
                  <a:lnTo>
                    <a:pt x="746656" y="2081518"/>
                  </a:lnTo>
                  <a:lnTo>
                    <a:pt x="702296" y="2104445"/>
                  </a:lnTo>
                  <a:lnTo>
                    <a:pt x="658383" y="2128461"/>
                  </a:lnTo>
                  <a:lnTo>
                    <a:pt x="614909" y="2153542"/>
                  </a:lnTo>
                  <a:lnTo>
                    <a:pt x="571865" y="2179668"/>
                  </a:lnTo>
                  <a:lnTo>
                    <a:pt x="529245" y="2206819"/>
                  </a:lnTo>
                  <a:lnTo>
                    <a:pt x="487039" y="2234971"/>
                  </a:lnTo>
                  <a:lnTo>
                    <a:pt x="445742" y="2263520"/>
                  </a:lnTo>
                  <a:lnTo>
                    <a:pt x="404951" y="2292694"/>
                  </a:lnTo>
                  <a:lnTo>
                    <a:pt x="364696" y="2322522"/>
                  </a:lnTo>
                  <a:lnTo>
                    <a:pt x="325010" y="2353038"/>
                  </a:lnTo>
                  <a:lnTo>
                    <a:pt x="285923" y="2384271"/>
                  </a:lnTo>
                  <a:lnTo>
                    <a:pt x="247466" y="2416253"/>
                  </a:lnTo>
                  <a:lnTo>
                    <a:pt x="209670" y="2449015"/>
                  </a:lnTo>
                  <a:lnTo>
                    <a:pt x="172567" y="2482589"/>
                  </a:lnTo>
                  <a:lnTo>
                    <a:pt x="136187" y="2517004"/>
                  </a:lnTo>
                  <a:lnTo>
                    <a:pt x="100561" y="2552292"/>
                  </a:lnTo>
                  <a:lnTo>
                    <a:pt x="65721" y="2588485"/>
                  </a:lnTo>
                  <a:lnTo>
                    <a:pt x="31698" y="2625613"/>
                  </a:lnTo>
                  <a:lnTo>
                    <a:pt x="0" y="2662011"/>
                  </a:lnTo>
                  <a:close/>
                </a:path>
                <a:path w="3227705" h="2662555">
                  <a:moveTo>
                    <a:pt x="2526353" y="2018343"/>
                  </a:moveTo>
                  <a:lnTo>
                    <a:pt x="2473180" y="2017068"/>
                  </a:lnTo>
                  <a:lnTo>
                    <a:pt x="2419856" y="2013840"/>
                  </a:lnTo>
                  <a:lnTo>
                    <a:pt x="2366471" y="2009188"/>
                  </a:lnTo>
                  <a:lnTo>
                    <a:pt x="2313117" y="2003642"/>
                  </a:lnTo>
                  <a:lnTo>
                    <a:pt x="2263847" y="1997257"/>
                  </a:lnTo>
                  <a:lnTo>
                    <a:pt x="2214747" y="1989640"/>
                  </a:lnTo>
                  <a:lnTo>
                    <a:pt x="2165780" y="1981042"/>
                  </a:lnTo>
                  <a:lnTo>
                    <a:pt x="2116909" y="1971713"/>
                  </a:lnTo>
                  <a:lnTo>
                    <a:pt x="1921657" y="1932101"/>
                  </a:lnTo>
                  <a:lnTo>
                    <a:pt x="1872718" y="1922876"/>
                  </a:lnTo>
                  <a:lnTo>
                    <a:pt x="1823655" y="1914423"/>
                  </a:lnTo>
                  <a:lnTo>
                    <a:pt x="1774430" y="1906992"/>
                  </a:lnTo>
                  <a:lnTo>
                    <a:pt x="1725009" y="1900834"/>
                  </a:lnTo>
                  <a:lnTo>
                    <a:pt x="1675353" y="1896199"/>
                  </a:lnTo>
                  <a:lnTo>
                    <a:pt x="1625425" y="1893338"/>
                  </a:lnTo>
                  <a:lnTo>
                    <a:pt x="1575190" y="1892501"/>
                  </a:lnTo>
                  <a:lnTo>
                    <a:pt x="1959711" y="1892501"/>
                  </a:lnTo>
                  <a:lnTo>
                    <a:pt x="2160284" y="1932263"/>
                  </a:lnTo>
                  <a:lnTo>
                    <a:pt x="2211474" y="1941567"/>
                  </a:lnTo>
                  <a:lnTo>
                    <a:pt x="2262812" y="1950053"/>
                  </a:lnTo>
                  <a:lnTo>
                    <a:pt x="2314341" y="1957473"/>
                  </a:lnTo>
                  <a:lnTo>
                    <a:pt x="2366103" y="1963580"/>
                  </a:lnTo>
                  <a:lnTo>
                    <a:pt x="2415389" y="1968150"/>
                  </a:lnTo>
                  <a:lnTo>
                    <a:pt x="2464630" y="1971500"/>
                  </a:lnTo>
                  <a:lnTo>
                    <a:pt x="2513780" y="1973041"/>
                  </a:lnTo>
                  <a:lnTo>
                    <a:pt x="2796619" y="1973041"/>
                  </a:lnTo>
                  <a:lnTo>
                    <a:pt x="2786334" y="1977256"/>
                  </a:lnTo>
                  <a:lnTo>
                    <a:pt x="2735713" y="1993304"/>
                  </a:lnTo>
                  <a:lnTo>
                    <a:pt x="2684054" y="2005144"/>
                  </a:lnTo>
                  <a:lnTo>
                    <a:pt x="2631881" y="2012911"/>
                  </a:lnTo>
                  <a:lnTo>
                    <a:pt x="2580101" y="2017068"/>
                  </a:lnTo>
                  <a:lnTo>
                    <a:pt x="2582158" y="2017068"/>
                  </a:lnTo>
                  <a:lnTo>
                    <a:pt x="2526353" y="2018343"/>
                  </a:lnTo>
                  <a:close/>
                </a:path>
                <a:path w="3227705" h="2662555">
                  <a:moveTo>
                    <a:pt x="1325768" y="1908009"/>
                  </a:moveTo>
                  <a:lnTo>
                    <a:pt x="1323184" y="1905424"/>
                  </a:lnTo>
                  <a:lnTo>
                    <a:pt x="1319307" y="1898963"/>
                  </a:lnTo>
                  <a:lnTo>
                    <a:pt x="1372915" y="1898963"/>
                  </a:lnTo>
                  <a:lnTo>
                    <a:pt x="1325768" y="1908009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1"/>
              <a:ext cx="3343275" cy="3082290"/>
            </a:xfrm>
            <a:custGeom>
              <a:avLst/>
              <a:gdLst/>
              <a:ahLst/>
              <a:cxnLst/>
              <a:rect l="l" t="t" r="r" b="b"/>
              <a:pathLst>
                <a:path w="3343275" h="3082290">
                  <a:moveTo>
                    <a:pt x="1328343" y="1908009"/>
                  </a:moveTo>
                  <a:lnTo>
                    <a:pt x="1324470" y="1904123"/>
                  </a:lnTo>
                  <a:lnTo>
                    <a:pt x="1321879" y="1898954"/>
                  </a:lnTo>
                  <a:lnTo>
                    <a:pt x="1319301" y="1898954"/>
                  </a:lnTo>
                  <a:lnTo>
                    <a:pt x="1268958" y="1907374"/>
                  </a:lnTo>
                  <a:lnTo>
                    <a:pt x="1219161" y="1917115"/>
                  </a:lnTo>
                  <a:lnTo>
                    <a:pt x="1169885" y="1928152"/>
                  </a:lnTo>
                  <a:lnTo>
                    <a:pt x="1121156" y="1940471"/>
                  </a:lnTo>
                  <a:lnTo>
                    <a:pt x="1072934" y="1954034"/>
                  </a:lnTo>
                  <a:lnTo>
                    <a:pt x="1025220" y="1968842"/>
                  </a:lnTo>
                  <a:lnTo>
                    <a:pt x="978014" y="1984857"/>
                  </a:lnTo>
                  <a:lnTo>
                    <a:pt x="931303" y="2002066"/>
                  </a:lnTo>
                  <a:lnTo>
                    <a:pt x="885075" y="2020443"/>
                  </a:lnTo>
                  <a:lnTo>
                    <a:pt x="839330" y="2039962"/>
                  </a:lnTo>
                  <a:lnTo>
                    <a:pt x="794054" y="2060613"/>
                  </a:lnTo>
                  <a:lnTo>
                    <a:pt x="749236" y="2082368"/>
                  </a:lnTo>
                  <a:lnTo>
                    <a:pt x="704875" y="2105215"/>
                  </a:lnTo>
                  <a:lnTo>
                    <a:pt x="660958" y="2129129"/>
                  </a:lnTo>
                  <a:lnTo>
                    <a:pt x="617486" y="2154072"/>
                  </a:lnTo>
                  <a:lnTo>
                    <a:pt x="574446" y="2180044"/>
                  </a:lnTo>
                  <a:lnTo>
                    <a:pt x="531825" y="2207018"/>
                  </a:lnTo>
                  <a:lnTo>
                    <a:pt x="489623" y="2234971"/>
                  </a:lnTo>
                  <a:lnTo>
                    <a:pt x="448068" y="2263521"/>
                  </a:lnTo>
                  <a:lnTo>
                    <a:pt x="407060" y="2292693"/>
                  </a:lnTo>
                  <a:lnTo>
                    <a:pt x="366623" y="2322512"/>
                  </a:lnTo>
                  <a:lnTo>
                    <a:pt x="326796" y="2353030"/>
                  </a:lnTo>
                  <a:lnTo>
                    <a:pt x="287616" y="2384260"/>
                  </a:lnTo>
                  <a:lnTo>
                    <a:pt x="249097" y="2416251"/>
                  </a:lnTo>
                  <a:lnTo>
                    <a:pt x="211277" y="2449004"/>
                  </a:lnTo>
                  <a:lnTo>
                    <a:pt x="174193" y="2482583"/>
                  </a:lnTo>
                  <a:lnTo>
                    <a:pt x="137871" y="2517000"/>
                  </a:lnTo>
                  <a:lnTo>
                    <a:pt x="102349" y="2552281"/>
                  </a:lnTo>
                  <a:lnTo>
                    <a:pt x="67652" y="2588476"/>
                  </a:lnTo>
                  <a:lnTo>
                    <a:pt x="33807" y="2625610"/>
                  </a:lnTo>
                  <a:lnTo>
                    <a:pt x="0" y="2664739"/>
                  </a:lnTo>
                  <a:lnTo>
                    <a:pt x="0" y="3082061"/>
                  </a:lnTo>
                  <a:lnTo>
                    <a:pt x="51511" y="3081286"/>
                  </a:lnTo>
                  <a:lnTo>
                    <a:pt x="104825" y="3079216"/>
                  </a:lnTo>
                  <a:lnTo>
                    <a:pt x="158127" y="3075292"/>
                  </a:lnTo>
                  <a:lnTo>
                    <a:pt x="211442" y="3068904"/>
                  </a:lnTo>
                  <a:lnTo>
                    <a:pt x="264744" y="3059480"/>
                  </a:lnTo>
                  <a:lnTo>
                    <a:pt x="315772" y="3047923"/>
                  </a:lnTo>
                  <a:lnTo>
                    <a:pt x="365480" y="3034652"/>
                  </a:lnTo>
                  <a:lnTo>
                    <a:pt x="413854" y="3019691"/>
                  </a:lnTo>
                  <a:lnTo>
                    <a:pt x="460921" y="3003042"/>
                  </a:lnTo>
                  <a:lnTo>
                    <a:pt x="506666" y="2984690"/>
                  </a:lnTo>
                  <a:lnTo>
                    <a:pt x="551129" y="2964650"/>
                  </a:lnTo>
                  <a:lnTo>
                    <a:pt x="594296" y="2942933"/>
                  </a:lnTo>
                  <a:lnTo>
                    <a:pt x="636181" y="2919526"/>
                  </a:lnTo>
                  <a:lnTo>
                    <a:pt x="676783" y="2894444"/>
                  </a:lnTo>
                  <a:lnTo>
                    <a:pt x="716127" y="2867685"/>
                  </a:lnTo>
                  <a:lnTo>
                    <a:pt x="754202" y="2839250"/>
                  </a:lnTo>
                  <a:lnTo>
                    <a:pt x="791032" y="2809151"/>
                  </a:lnTo>
                  <a:lnTo>
                    <a:pt x="826604" y="2777388"/>
                  </a:lnTo>
                  <a:lnTo>
                    <a:pt x="860945" y="2743962"/>
                  </a:lnTo>
                  <a:lnTo>
                    <a:pt x="894054" y="2708872"/>
                  </a:lnTo>
                  <a:lnTo>
                    <a:pt x="925944" y="2672130"/>
                  </a:lnTo>
                  <a:lnTo>
                    <a:pt x="956614" y="2633738"/>
                  </a:lnTo>
                  <a:lnTo>
                    <a:pt x="986078" y="2593695"/>
                  </a:lnTo>
                  <a:lnTo>
                    <a:pt x="1014336" y="2552001"/>
                  </a:lnTo>
                  <a:lnTo>
                    <a:pt x="1041412" y="2508681"/>
                  </a:lnTo>
                  <a:lnTo>
                    <a:pt x="1067295" y="2463711"/>
                  </a:lnTo>
                  <a:lnTo>
                    <a:pt x="1091514" y="2418499"/>
                  </a:lnTo>
                  <a:lnTo>
                    <a:pt x="1114539" y="2372741"/>
                  </a:lnTo>
                  <a:lnTo>
                    <a:pt x="1136611" y="2326538"/>
                  </a:lnTo>
                  <a:lnTo>
                    <a:pt x="1157947" y="2280005"/>
                  </a:lnTo>
                  <a:lnTo>
                    <a:pt x="1178763" y="2233244"/>
                  </a:lnTo>
                  <a:lnTo>
                    <a:pt x="1240282" y="2092566"/>
                  </a:lnTo>
                  <a:lnTo>
                    <a:pt x="1261211" y="2045906"/>
                  </a:lnTo>
                  <a:lnTo>
                    <a:pt x="1282712" y="1999513"/>
                  </a:lnTo>
                  <a:lnTo>
                    <a:pt x="1305026" y="1953514"/>
                  </a:lnTo>
                  <a:lnTo>
                    <a:pt x="1328343" y="1908009"/>
                  </a:lnTo>
                  <a:close/>
                </a:path>
                <a:path w="3343275" h="3082290">
                  <a:moveTo>
                    <a:pt x="3342741" y="0"/>
                  </a:moveTo>
                  <a:lnTo>
                    <a:pt x="2671927" y="0"/>
                  </a:lnTo>
                  <a:lnTo>
                    <a:pt x="2673324" y="8166"/>
                  </a:lnTo>
                  <a:lnTo>
                    <a:pt x="2683980" y="56311"/>
                  </a:lnTo>
                  <a:lnTo>
                    <a:pt x="2696984" y="103746"/>
                  </a:lnTo>
                  <a:lnTo>
                    <a:pt x="2712313" y="150520"/>
                  </a:lnTo>
                  <a:lnTo>
                    <a:pt x="2729966" y="196646"/>
                  </a:lnTo>
                  <a:lnTo>
                    <a:pt x="2749918" y="242176"/>
                  </a:lnTo>
                  <a:lnTo>
                    <a:pt x="2771889" y="287616"/>
                  </a:lnTo>
                  <a:lnTo>
                    <a:pt x="2795117" y="332447"/>
                  </a:lnTo>
                  <a:lnTo>
                    <a:pt x="2819552" y="376669"/>
                  </a:lnTo>
                  <a:lnTo>
                    <a:pt x="2845104" y="420293"/>
                  </a:lnTo>
                  <a:lnTo>
                    <a:pt x="2871724" y="463321"/>
                  </a:lnTo>
                  <a:lnTo>
                    <a:pt x="2899359" y="505777"/>
                  </a:lnTo>
                  <a:lnTo>
                    <a:pt x="2927934" y="547662"/>
                  </a:lnTo>
                  <a:lnTo>
                    <a:pt x="2957398" y="588975"/>
                  </a:lnTo>
                  <a:lnTo>
                    <a:pt x="2987687" y="629729"/>
                  </a:lnTo>
                  <a:lnTo>
                    <a:pt x="3018726" y="669937"/>
                  </a:lnTo>
                  <a:lnTo>
                    <a:pt x="3023895" y="666064"/>
                  </a:lnTo>
                  <a:lnTo>
                    <a:pt x="3030359" y="663473"/>
                  </a:lnTo>
                  <a:lnTo>
                    <a:pt x="3065284" y="614019"/>
                  </a:lnTo>
                  <a:lnTo>
                    <a:pt x="3093669" y="570331"/>
                  </a:lnTo>
                  <a:lnTo>
                    <a:pt x="3120694" y="525995"/>
                  </a:lnTo>
                  <a:lnTo>
                    <a:pt x="3146437" y="481037"/>
                  </a:lnTo>
                  <a:lnTo>
                    <a:pt x="3170923" y="435470"/>
                  </a:lnTo>
                  <a:lnTo>
                    <a:pt x="3194189" y="389331"/>
                  </a:lnTo>
                  <a:lnTo>
                    <a:pt x="3216300" y="342658"/>
                  </a:lnTo>
                  <a:lnTo>
                    <a:pt x="3237268" y="295465"/>
                  </a:lnTo>
                  <a:lnTo>
                    <a:pt x="3257156" y="247789"/>
                  </a:lnTo>
                  <a:lnTo>
                    <a:pt x="3276003" y="199644"/>
                  </a:lnTo>
                  <a:lnTo>
                    <a:pt x="3293859" y="151079"/>
                  </a:lnTo>
                  <a:lnTo>
                    <a:pt x="3310737" y="102120"/>
                  </a:lnTo>
                  <a:lnTo>
                    <a:pt x="3326714" y="52781"/>
                  </a:lnTo>
                  <a:lnTo>
                    <a:pt x="3342741" y="0"/>
                  </a:lnTo>
                  <a:close/>
                </a:path>
              </a:pathLst>
            </a:custGeom>
            <a:solidFill>
              <a:srgbClr val="25375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500" y="0"/>
            <a:ext cx="3619499" cy="290091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28305"/>
            <a:ext cx="3389460" cy="265869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2083" y="6519013"/>
            <a:ext cx="152399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2083" y="7214338"/>
            <a:ext cx="152399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2083" y="7909663"/>
            <a:ext cx="152399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2083" y="8604987"/>
            <a:ext cx="152399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2083" y="9300312"/>
            <a:ext cx="152399" cy="1523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163608" y="3358739"/>
            <a:ext cx="12242800" cy="6283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950" spc="140">
                <a:solidFill>
                  <a:srgbClr val="152540"/>
                </a:solidFill>
                <a:latin typeface="Trebuchet MS"/>
                <a:cs typeface="Trebuchet MS"/>
              </a:rPr>
              <a:t>Son</a:t>
            </a:r>
            <a:r>
              <a:rPr dirty="0" sz="3950" spc="73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los</a:t>
            </a:r>
            <a:r>
              <a:rPr dirty="0" sz="3950" spc="7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3950" spc="7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50" spc="7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3950" spc="7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relacionados</a:t>
            </a:r>
            <a:r>
              <a:rPr dirty="0" sz="3950" spc="7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al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software,</a:t>
            </a:r>
            <a:r>
              <a:rPr dirty="0" sz="3950" spc="1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cuyas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funciones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fines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son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relevantes</a:t>
            </a:r>
            <a:r>
              <a:rPr dirty="0" sz="3950" spc="1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55">
                <a:solidFill>
                  <a:srgbClr val="152540"/>
                </a:solidFill>
                <a:latin typeface="Trebuchet MS"/>
                <a:cs typeface="Trebuchet MS"/>
              </a:rPr>
              <a:t>para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enriquecer</a:t>
            </a:r>
            <a:r>
              <a:rPr dirty="0" sz="3950" spc="26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55">
                <a:solidFill>
                  <a:srgbClr val="152540"/>
                </a:solidFill>
                <a:latin typeface="Trebuchet MS"/>
                <a:cs typeface="Trebuchet MS"/>
              </a:rPr>
              <a:t>procesos</a:t>
            </a:r>
            <a:r>
              <a:rPr dirty="0" sz="39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resolver</a:t>
            </a:r>
            <a:r>
              <a:rPr dirty="0" sz="39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tareas</a:t>
            </a:r>
            <a:r>
              <a:rPr dirty="0" sz="3950" spc="27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propias</a:t>
            </a:r>
            <a:r>
              <a:rPr dirty="0" sz="39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9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una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disciplina</a:t>
            </a:r>
            <a:r>
              <a:rPr dirty="0" sz="3950" spc="-3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50" spc="-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las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fuentes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información</a:t>
            </a:r>
            <a:r>
              <a:rPr dirty="0" sz="3950" spc="-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152540"/>
                </a:solidFill>
                <a:latin typeface="Trebuchet MS"/>
                <a:cs typeface="Trebuchet MS"/>
              </a:rPr>
              <a:t>digital.</a:t>
            </a:r>
            <a:endParaRPr sz="3950">
              <a:latin typeface="Trebuchet MS"/>
              <a:cs typeface="Trebuchet MS"/>
            </a:endParaRPr>
          </a:p>
          <a:p>
            <a:pPr marL="866140" marR="6643370">
              <a:lnSpc>
                <a:spcPct val="115500"/>
              </a:lnSpc>
            </a:pP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Diseño</a:t>
            </a:r>
            <a:r>
              <a:rPr dirty="0" sz="3950" spc="2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50">
                <a:solidFill>
                  <a:srgbClr val="152540"/>
                </a:solidFill>
                <a:latin typeface="Trebuchet MS"/>
                <a:cs typeface="Trebuchet MS"/>
              </a:rPr>
              <a:t>gráfico </a:t>
            </a:r>
            <a:r>
              <a:rPr dirty="0" sz="3950" spc="-10">
                <a:solidFill>
                  <a:srgbClr val="152540"/>
                </a:solidFill>
                <a:latin typeface="Trebuchet MS"/>
                <a:cs typeface="Trebuchet MS"/>
              </a:rPr>
              <a:t>Programación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Bibliotecas</a:t>
            </a:r>
            <a:r>
              <a:rPr dirty="0" sz="3950" spc="9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152540"/>
                </a:solidFill>
                <a:latin typeface="Trebuchet MS"/>
                <a:cs typeface="Trebuchet MS"/>
              </a:rPr>
              <a:t>virtuales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Revistas</a:t>
            </a:r>
            <a:r>
              <a:rPr dirty="0" sz="3950" spc="-1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152540"/>
                </a:solidFill>
                <a:latin typeface="Trebuchet MS"/>
                <a:cs typeface="Trebuchet MS"/>
              </a:rPr>
              <a:t>electrónicas </a:t>
            </a:r>
            <a:r>
              <a:rPr dirty="0" sz="3950" spc="85">
                <a:solidFill>
                  <a:srgbClr val="152540"/>
                </a:solidFill>
                <a:latin typeface="Trebuchet MS"/>
                <a:cs typeface="Trebuchet MS"/>
              </a:rPr>
              <a:t>Páginas</a:t>
            </a:r>
            <a:r>
              <a:rPr dirty="0" sz="3950" spc="1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152540"/>
                </a:solidFill>
                <a:latin typeface="Trebuchet MS"/>
                <a:cs typeface="Trebuchet MS"/>
              </a:rPr>
              <a:t>web</a:t>
            </a:r>
            <a:r>
              <a:rPr dirty="0" sz="3950" spc="1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950" spc="1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950" spc="65">
                <a:solidFill>
                  <a:srgbClr val="152540"/>
                </a:solidFill>
                <a:latin typeface="Trebuchet MS"/>
                <a:cs typeface="Trebuchet MS"/>
              </a:rPr>
              <a:t>blogs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9199" y="578021"/>
            <a:ext cx="767080" cy="1783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60">
                <a:solidFill>
                  <a:srgbClr val="152540"/>
                </a:solidFill>
                <a:latin typeface="Sitka Heading"/>
                <a:cs typeface="Sitka Heading"/>
              </a:rPr>
              <a:t>3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5240545" y="496232"/>
            <a:ext cx="9588500" cy="202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858519" algn="l"/>
                <a:tab pos="1779270" algn="l"/>
                <a:tab pos="3275965" algn="l"/>
                <a:tab pos="4618355" algn="l"/>
                <a:tab pos="6652895" algn="l"/>
                <a:tab pos="7165340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90">
                <a:solidFill>
                  <a:srgbClr val="152540"/>
                </a:solidFill>
                <a:latin typeface="Trebuchet MS"/>
                <a:cs typeface="Trebuchet MS"/>
              </a:rPr>
              <a:t>USAR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434">
                <a:solidFill>
                  <a:srgbClr val="152540"/>
                </a:solidFill>
                <a:latin typeface="Trebuchet MS"/>
                <a:cs typeface="Trebuchet MS"/>
              </a:rPr>
              <a:t>PROGRAMAS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85">
                <a:solidFill>
                  <a:srgbClr val="152540"/>
                </a:solidFill>
                <a:latin typeface="Trebuchet MS"/>
                <a:cs typeface="Trebuchet MS"/>
              </a:rPr>
              <a:t>SISTEMAS </a:t>
            </a:r>
            <a:r>
              <a:rPr dirty="0" sz="3800" spc="24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70">
                <a:solidFill>
                  <a:srgbClr val="152540"/>
                </a:solidFill>
                <a:latin typeface="Trebuchet MS"/>
                <a:cs typeface="Trebuchet MS"/>
              </a:rPr>
              <a:t>INFORMACIÓN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400">
                <a:solidFill>
                  <a:srgbClr val="152540"/>
                </a:solidFill>
                <a:latin typeface="Trebuchet MS"/>
                <a:cs typeface="Trebuchet MS"/>
              </a:rPr>
              <a:t>ESPECIALIZADOS</a:t>
            </a:r>
            <a:endParaRPr sz="3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215">
                <a:solidFill>
                  <a:srgbClr val="152540"/>
                </a:solidFill>
                <a:latin typeface="Trebuchet MS"/>
                <a:cs typeface="Trebuchet MS"/>
              </a:rPr>
              <a:t>SWE)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688914" y="848602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4033259" y="6485675"/>
            <a:ext cx="3321685" cy="3321685"/>
            <a:chOff x="14033259" y="6485675"/>
            <a:chExt cx="3321685" cy="332168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28510" y="6580925"/>
              <a:ext cx="3130788" cy="313078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4128509" y="6580925"/>
              <a:ext cx="3131185" cy="3131185"/>
            </a:xfrm>
            <a:custGeom>
              <a:avLst/>
              <a:gdLst/>
              <a:ahLst/>
              <a:cxnLst/>
              <a:rect l="l" t="t" r="r" b="b"/>
              <a:pathLst>
                <a:path w="3131184" h="3131184">
                  <a:moveTo>
                    <a:pt x="1565374" y="0"/>
                  </a:moveTo>
                  <a:lnTo>
                    <a:pt x="1517516" y="717"/>
                  </a:lnTo>
                  <a:lnTo>
                    <a:pt x="1470015" y="2856"/>
                  </a:lnTo>
                  <a:lnTo>
                    <a:pt x="1422893" y="6397"/>
                  </a:lnTo>
                  <a:lnTo>
                    <a:pt x="1376168" y="11318"/>
                  </a:lnTo>
                  <a:lnTo>
                    <a:pt x="1329862" y="17599"/>
                  </a:lnTo>
                  <a:lnTo>
                    <a:pt x="1283996" y="25220"/>
                  </a:lnTo>
                  <a:lnTo>
                    <a:pt x="1238588" y="34160"/>
                  </a:lnTo>
                  <a:lnTo>
                    <a:pt x="1193662" y="44399"/>
                  </a:lnTo>
                  <a:lnTo>
                    <a:pt x="1149235" y="55916"/>
                  </a:lnTo>
                  <a:lnTo>
                    <a:pt x="1105330" y="68691"/>
                  </a:lnTo>
                  <a:lnTo>
                    <a:pt x="1061966" y="82704"/>
                  </a:lnTo>
                  <a:lnTo>
                    <a:pt x="1019164" y="97933"/>
                  </a:lnTo>
                  <a:lnTo>
                    <a:pt x="976944" y="114359"/>
                  </a:lnTo>
                  <a:lnTo>
                    <a:pt x="935328" y="131961"/>
                  </a:lnTo>
                  <a:lnTo>
                    <a:pt x="894334" y="150718"/>
                  </a:lnTo>
                  <a:lnTo>
                    <a:pt x="853985" y="170611"/>
                  </a:lnTo>
                  <a:lnTo>
                    <a:pt x="814300" y="191618"/>
                  </a:lnTo>
                  <a:lnTo>
                    <a:pt x="775299" y="213719"/>
                  </a:lnTo>
                  <a:lnTo>
                    <a:pt x="737004" y="236894"/>
                  </a:lnTo>
                  <a:lnTo>
                    <a:pt x="699435" y="261122"/>
                  </a:lnTo>
                  <a:lnTo>
                    <a:pt x="662611" y="286382"/>
                  </a:lnTo>
                  <a:lnTo>
                    <a:pt x="626555" y="312655"/>
                  </a:lnTo>
                  <a:lnTo>
                    <a:pt x="591285" y="339920"/>
                  </a:lnTo>
                  <a:lnTo>
                    <a:pt x="556823" y="368156"/>
                  </a:lnTo>
                  <a:lnTo>
                    <a:pt x="523189" y="397343"/>
                  </a:lnTo>
                  <a:lnTo>
                    <a:pt x="490403" y="427460"/>
                  </a:lnTo>
                  <a:lnTo>
                    <a:pt x="458487" y="458487"/>
                  </a:lnTo>
                  <a:lnTo>
                    <a:pt x="427460" y="490403"/>
                  </a:lnTo>
                  <a:lnTo>
                    <a:pt x="397343" y="523189"/>
                  </a:lnTo>
                  <a:lnTo>
                    <a:pt x="368156" y="556823"/>
                  </a:lnTo>
                  <a:lnTo>
                    <a:pt x="339920" y="591285"/>
                  </a:lnTo>
                  <a:lnTo>
                    <a:pt x="312655" y="626555"/>
                  </a:lnTo>
                  <a:lnTo>
                    <a:pt x="286382" y="662611"/>
                  </a:lnTo>
                  <a:lnTo>
                    <a:pt x="261122" y="699435"/>
                  </a:lnTo>
                  <a:lnTo>
                    <a:pt x="236894" y="737004"/>
                  </a:lnTo>
                  <a:lnTo>
                    <a:pt x="213719" y="775299"/>
                  </a:lnTo>
                  <a:lnTo>
                    <a:pt x="191618" y="814300"/>
                  </a:lnTo>
                  <a:lnTo>
                    <a:pt x="170611" y="853985"/>
                  </a:lnTo>
                  <a:lnTo>
                    <a:pt x="150718" y="894334"/>
                  </a:lnTo>
                  <a:lnTo>
                    <a:pt x="131961" y="935328"/>
                  </a:lnTo>
                  <a:lnTo>
                    <a:pt x="114359" y="976944"/>
                  </a:lnTo>
                  <a:lnTo>
                    <a:pt x="97933" y="1019164"/>
                  </a:lnTo>
                  <a:lnTo>
                    <a:pt x="82704" y="1061966"/>
                  </a:lnTo>
                  <a:lnTo>
                    <a:pt x="68691" y="1105330"/>
                  </a:lnTo>
                  <a:lnTo>
                    <a:pt x="55916" y="1149235"/>
                  </a:lnTo>
                  <a:lnTo>
                    <a:pt x="44399" y="1193662"/>
                  </a:lnTo>
                  <a:lnTo>
                    <a:pt x="34160" y="1238588"/>
                  </a:lnTo>
                  <a:lnTo>
                    <a:pt x="25220" y="1283996"/>
                  </a:lnTo>
                  <a:lnTo>
                    <a:pt x="17599" y="1329862"/>
                  </a:lnTo>
                  <a:lnTo>
                    <a:pt x="11318" y="1376168"/>
                  </a:lnTo>
                  <a:lnTo>
                    <a:pt x="6397" y="1422893"/>
                  </a:lnTo>
                  <a:lnTo>
                    <a:pt x="2856" y="1470015"/>
                  </a:lnTo>
                  <a:lnTo>
                    <a:pt x="717" y="1517516"/>
                  </a:lnTo>
                  <a:lnTo>
                    <a:pt x="0" y="1565374"/>
                  </a:lnTo>
                  <a:lnTo>
                    <a:pt x="717" y="1613231"/>
                  </a:lnTo>
                  <a:lnTo>
                    <a:pt x="2856" y="1660732"/>
                  </a:lnTo>
                  <a:lnTo>
                    <a:pt x="6397" y="1707854"/>
                  </a:lnTo>
                  <a:lnTo>
                    <a:pt x="11318" y="1754579"/>
                  </a:lnTo>
                  <a:lnTo>
                    <a:pt x="17599" y="1800885"/>
                  </a:lnTo>
                  <a:lnTo>
                    <a:pt x="25220" y="1846751"/>
                  </a:lnTo>
                  <a:lnTo>
                    <a:pt x="34160" y="1892159"/>
                  </a:lnTo>
                  <a:lnTo>
                    <a:pt x="44399" y="1937085"/>
                  </a:lnTo>
                  <a:lnTo>
                    <a:pt x="55916" y="1981512"/>
                  </a:lnTo>
                  <a:lnTo>
                    <a:pt x="68691" y="2025417"/>
                  </a:lnTo>
                  <a:lnTo>
                    <a:pt x="82704" y="2068781"/>
                  </a:lnTo>
                  <a:lnTo>
                    <a:pt x="97933" y="2111583"/>
                  </a:lnTo>
                  <a:lnTo>
                    <a:pt x="114359" y="2153803"/>
                  </a:lnTo>
                  <a:lnTo>
                    <a:pt x="131961" y="2195419"/>
                  </a:lnTo>
                  <a:lnTo>
                    <a:pt x="150718" y="2236413"/>
                  </a:lnTo>
                  <a:lnTo>
                    <a:pt x="170611" y="2276762"/>
                  </a:lnTo>
                  <a:lnTo>
                    <a:pt x="191618" y="2316447"/>
                  </a:lnTo>
                  <a:lnTo>
                    <a:pt x="213719" y="2355448"/>
                  </a:lnTo>
                  <a:lnTo>
                    <a:pt x="236894" y="2393743"/>
                  </a:lnTo>
                  <a:lnTo>
                    <a:pt x="261122" y="2431312"/>
                  </a:lnTo>
                  <a:lnTo>
                    <a:pt x="286382" y="2468136"/>
                  </a:lnTo>
                  <a:lnTo>
                    <a:pt x="312655" y="2504192"/>
                  </a:lnTo>
                  <a:lnTo>
                    <a:pt x="339920" y="2539462"/>
                  </a:lnTo>
                  <a:lnTo>
                    <a:pt x="368156" y="2573924"/>
                  </a:lnTo>
                  <a:lnTo>
                    <a:pt x="397343" y="2607558"/>
                  </a:lnTo>
                  <a:lnTo>
                    <a:pt x="427460" y="2640344"/>
                  </a:lnTo>
                  <a:lnTo>
                    <a:pt x="458487" y="2672260"/>
                  </a:lnTo>
                  <a:lnTo>
                    <a:pt x="490403" y="2703287"/>
                  </a:lnTo>
                  <a:lnTo>
                    <a:pt x="523189" y="2733404"/>
                  </a:lnTo>
                  <a:lnTo>
                    <a:pt x="556823" y="2762591"/>
                  </a:lnTo>
                  <a:lnTo>
                    <a:pt x="591285" y="2790827"/>
                  </a:lnTo>
                  <a:lnTo>
                    <a:pt x="626555" y="2818092"/>
                  </a:lnTo>
                  <a:lnTo>
                    <a:pt x="662611" y="2844365"/>
                  </a:lnTo>
                  <a:lnTo>
                    <a:pt x="699435" y="2869625"/>
                  </a:lnTo>
                  <a:lnTo>
                    <a:pt x="737004" y="2893853"/>
                  </a:lnTo>
                  <a:lnTo>
                    <a:pt x="775299" y="2917028"/>
                  </a:lnTo>
                  <a:lnTo>
                    <a:pt x="814300" y="2939129"/>
                  </a:lnTo>
                  <a:lnTo>
                    <a:pt x="853985" y="2960136"/>
                  </a:lnTo>
                  <a:lnTo>
                    <a:pt x="894334" y="2980029"/>
                  </a:lnTo>
                  <a:lnTo>
                    <a:pt x="935328" y="2998786"/>
                  </a:lnTo>
                  <a:lnTo>
                    <a:pt x="976944" y="3016388"/>
                  </a:lnTo>
                  <a:lnTo>
                    <a:pt x="1019164" y="3032814"/>
                  </a:lnTo>
                  <a:lnTo>
                    <a:pt x="1061966" y="3048043"/>
                  </a:lnTo>
                  <a:lnTo>
                    <a:pt x="1105330" y="3062056"/>
                  </a:lnTo>
                  <a:lnTo>
                    <a:pt x="1149235" y="3074831"/>
                  </a:lnTo>
                  <a:lnTo>
                    <a:pt x="1193662" y="3086348"/>
                  </a:lnTo>
                  <a:lnTo>
                    <a:pt x="1238588" y="3096587"/>
                  </a:lnTo>
                  <a:lnTo>
                    <a:pt x="1283996" y="3105527"/>
                  </a:lnTo>
                  <a:lnTo>
                    <a:pt x="1329862" y="3113148"/>
                  </a:lnTo>
                  <a:lnTo>
                    <a:pt x="1376168" y="3119429"/>
                  </a:lnTo>
                  <a:lnTo>
                    <a:pt x="1422893" y="3124350"/>
                  </a:lnTo>
                  <a:lnTo>
                    <a:pt x="1470015" y="3127891"/>
                  </a:lnTo>
                  <a:lnTo>
                    <a:pt x="1517516" y="3130030"/>
                  </a:lnTo>
                  <a:lnTo>
                    <a:pt x="1565374" y="3130748"/>
                  </a:lnTo>
                  <a:lnTo>
                    <a:pt x="1613231" y="3130030"/>
                  </a:lnTo>
                  <a:lnTo>
                    <a:pt x="1660732" y="3127891"/>
                  </a:lnTo>
                  <a:lnTo>
                    <a:pt x="1707854" y="3124350"/>
                  </a:lnTo>
                  <a:lnTo>
                    <a:pt x="1754579" y="3119429"/>
                  </a:lnTo>
                  <a:lnTo>
                    <a:pt x="1800885" y="3113148"/>
                  </a:lnTo>
                  <a:lnTo>
                    <a:pt x="1846751" y="3105527"/>
                  </a:lnTo>
                  <a:lnTo>
                    <a:pt x="1892159" y="3096587"/>
                  </a:lnTo>
                  <a:lnTo>
                    <a:pt x="1937085" y="3086348"/>
                  </a:lnTo>
                  <a:lnTo>
                    <a:pt x="1981512" y="3074831"/>
                  </a:lnTo>
                  <a:lnTo>
                    <a:pt x="2025417" y="3062056"/>
                  </a:lnTo>
                  <a:lnTo>
                    <a:pt x="2068781" y="3048043"/>
                  </a:lnTo>
                  <a:lnTo>
                    <a:pt x="2111583" y="3032814"/>
                  </a:lnTo>
                  <a:lnTo>
                    <a:pt x="2153803" y="3016388"/>
                  </a:lnTo>
                  <a:lnTo>
                    <a:pt x="2195419" y="2998786"/>
                  </a:lnTo>
                  <a:lnTo>
                    <a:pt x="2236413" y="2980029"/>
                  </a:lnTo>
                  <a:lnTo>
                    <a:pt x="2276762" y="2960136"/>
                  </a:lnTo>
                  <a:lnTo>
                    <a:pt x="2316447" y="2939129"/>
                  </a:lnTo>
                  <a:lnTo>
                    <a:pt x="2355448" y="2917028"/>
                  </a:lnTo>
                  <a:lnTo>
                    <a:pt x="2393743" y="2893853"/>
                  </a:lnTo>
                  <a:lnTo>
                    <a:pt x="2431312" y="2869625"/>
                  </a:lnTo>
                  <a:lnTo>
                    <a:pt x="2468136" y="2844365"/>
                  </a:lnTo>
                  <a:lnTo>
                    <a:pt x="2504192" y="2818092"/>
                  </a:lnTo>
                  <a:lnTo>
                    <a:pt x="2539462" y="2790827"/>
                  </a:lnTo>
                  <a:lnTo>
                    <a:pt x="2573924" y="2762591"/>
                  </a:lnTo>
                  <a:lnTo>
                    <a:pt x="2607558" y="2733404"/>
                  </a:lnTo>
                  <a:lnTo>
                    <a:pt x="2640344" y="2703287"/>
                  </a:lnTo>
                  <a:lnTo>
                    <a:pt x="2672260" y="2672260"/>
                  </a:lnTo>
                  <a:lnTo>
                    <a:pt x="2703287" y="2640344"/>
                  </a:lnTo>
                  <a:lnTo>
                    <a:pt x="2733404" y="2607558"/>
                  </a:lnTo>
                  <a:lnTo>
                    <a:pt x="2762591" y="2573924"/>
                  </a:lnTo>
                  <a:lnTo>
                    <a:pt x="2790827" y="2539462"/>
                  </a:lnTo>
                  <a:lnTo>
                    <a:pt x="2818092" y="2504192"/>
                  </a:lnTo>
                  <a:lnTo>
                    <a:pt x="2844365" y="2468136"/>
                  </a:lnTo>
                  <a:lnTo>
                    <a:pt x="2869625" y="2431312"/>
                  </a:lnTo>
                  <a:lnTo>
                    <a:pt x="2893853" y="2393743"/>
                  </a:lnTo>
                  <a:lnTo>
                    <a:pt x="2917028" y="2355448"/>
                  </a:lnTo>
                  <a:lnTo>
                    <a:pt x="2939129" y="2316447"/>
                  </a:lnTo>
                  <a:lnTo>
                    <a:pt x="2960136" y="2276762"/>
                  </a:lnTo>
                  <a:lnTo>
                    <a:pt x="2980029" y="2236413"/>
                  </a:lnTo>
                  <a:lnTo>
                    <a:pt x="2998786" y="2195419"/>
                  </a:lnTo>
                  <a:lnTo>
                    <a:pt x="3016388" y="2153803"/>
                  </a:lnTo>
                  <a:lnTo>
                    <a:pt x="3032814" y="2111583"/>
                  </a:lnTo>
                  <a:lnTo>
                    <a:pt x="3048043" y="2068781"/>
                  </a:lnTo>
                  <a:lnTo>
                    <a:pt x="3062056" y="2025417"/>
                  </a:lnTo>
                  <a:lnTo>
                    <a:pt x="3074831" y="1981512"/>
                  </a:lnTo>
                  <a:lnTo>
                    <a:pt x="3086348" y="1937085"/>
                  </a:lnTo>
                  <a:lnTo>
                    <a:pt x="3096587" y="1892159"/>
                  </a:lnTo>
                  <a:lnTo>
                    <a:pt x="3105527" y="1846751"/>
                  </a:lnTo>
                  <a:lnTo>
                    <a:pt x="3113148" y="1800885"/>
                  </a:lnTo>
                  <a:lnTo>
                    <a:pt x="3119429" y="1754579"/>
                  </a:lnTo>
                  <a:lnTo>
                    <a:pt x="3124350" y="1707854"/>
                  </a:lnTo>
                  <a:lnTo>
                    <a:pt x="3127891" y="1660732"/>
                  </a:lnTo>
                  <a:lnTo>
                    <a:pt x="3130030" y="1613231"/>
                  </a:lnTo>
                  <a:lnTo>
                    <a:pt x="3130748" y="1565374"/>
                  </a:lnTo>
                  <a:lnTo>
                    <a:pt x="3130030" y="1517516"/>
                  </a:lnTo>
                  <a:lnTo>
                    <a:pt x="3127891" y="1470015"/>
                  </a:lnTo>
                  <a:lnTo>
                    <a:pt x="3124350" y="1422893"/>
                  </a:lnTo>
                  <a:lnTo>
                    <a:pt x="3119429" y="1376168"/>
                  </a:lnTo>
                  <a:lnTo>
                    <a:pt x="3113148" y="1329862"/>
                  </a:lnTo>
                  <a:lnTo>
                    <a:pt x="3105527" y="1283996"/>
                  </a:lnTo>
                  <a:lnTo>
                    <a:pt x="3096587" y="1238588"/>
                  </a:lnTo>
                  <a:lnTo>
                    <a:pt x="3086348" y="1193662"/>
                  </a:lnTo>
                  <a:lnTo>
                    <a:pt x="3074831" y="1149235"/>
                  </a:lnTo>
                  <a:lnTo>
                    <a:pt x="3062056" y="1105330"/>
                  </a:lnTo>
                  <a:lnTo>
                    <a:pt x="3048043" y="1061966"/>
                  </a:lnTo>
                  <a:lnTo>
                    <a:pt x="3032814" y="1019164"/>
                  </a:lnTo>
                  <a:lnTo>
                    <a:pt x="3016388" y="976944"/>
                  </a:lnTo>
                  <a:lnTo>
                    <a:pt x="2998786" y="935328"/>
                  </a:lnTo>
                  <a:lnTo>
                    <a:pt x="2980029" y="894334"/>
                  </a:lnTo>
                  <a:lnTo>
                    <a:pt x="2960136" y="853985"/>
                  </a:lnTo>
                  <a:lnTo>
                    <a:pt x="2939129" y="814300"/>
                  </a:lnTo>
                  <a:lnTo>
                    <a:pt x="2917028" y="775299"/>
                  </a:lnTo>
                  <a:lnTo>
                    <a:pt x="2893853" y="737004"/>
                  </a:lnTo>
                  <a:lnTo>
                    <a:pt x="2869625" y="699435"/>
                  </a:lnTo>
                  <a:lnTo>
                    <a:pt x="2844365" y="662611"/>
                  </a:lnTo>
                  <a:lnTo>
                    <a:pt x="2818092" y="626555"/>
                  </a:lnTo>
                  <a:lnTo>
                    <a:pt x="2790827" y="591285"/>
                  </a:lnTo>
                  <a:lnTo>
                    <a:pt x="2762591" y="556823"/>
                  </a:lnTo>
                  <a:lnTo>
                    <a:pt x="2733404" y="523189"/>
                  </a:lnTo>
                  <a:lnTo>
                    <a:pt x="2703287" y="490403"/>
                  </a:lnTo>
                  <a:lnTo>
                    <a:pt x="2672260" y="458487"/>
                  </a:lnTo>
                  <a:lnTo>
                    <a:pt x="2640344" y="427460"/>
                  </a:lnTo>
                  <a:lnTo>
                    <a:pt x="2607558" y="397343"/>
                  </a:lnTo>
                  <a:lnTo>
                    <a:pt x="2573924" y="368156"/>
                  </a:lnTo>
                  <a:lnTo>
                    <a:pt x="2539462" y="339920"/>
                  </a:lnTo>
                  <a:lnTo>
                    <a:pt x="2504192" y="312655"/>
                  </a:lnTo>
                  <a:lnTo>
                    <a:pt x="2468136" y="286382"/>
                  </a:lnTo>
                  <a:lnTo>
                    <a:pt x="2431312" y="261122"/>
                  </a:lnTo>
                  <a:lnTo>
                    <a:pt x="2393743" y="236894"/>
                  </a:lnTo>
                  <a:lnTo>
                    <a:pt x="2355448" y="213719"/>
                  </a:lnTo>
                  <a:lnTo>
                    <a:pt x="2316447" y="191618"/>
                  </a:lnTo>
                  <a:lnTo>
                    <a:pt x="2276762" y="170611"/>
                  </a:lnTo>
                  <a:lnTo>
                    <a:pt x="2236413" y="150718"/>
                  </a:lnTo>
                  <a:lnTo>
                    <a:pt x="2195419" y="131961"/>
                  </a:lnTo>
                  <a:lnTo>
                    <a:pt x="2153803" y="114359"/>
                  </a:lnTo>
                  <a:lnTo>
                    <a:pt x="2111583" y="97933"/>
                  </a:lnTo>
                  <a:lnTo>
                    <a:pt x="2068781" y="82704"/>
                  </a:lnTo>
                  <a:lnTo>
                    <a:pt x="2025417" y="68691"/>
                  </a:lnTo>
                  <a:lnTo>
                    <a:pt x="1981512" y="55916"/>
                  </a:lnTo>
                  <a:lnTo>
                    <a:pt x="1937085" y="44399"/>
                  </a:lnTo>
                  <a:lnTo>
                    <a:pt x="1892159" y="34160"/>
                  </a:lnTo>
                  <a:lnTo>
                    <a:pt x="1846751" y="25220"/>
                  </a:lnTo>
                  <a:lnTo>
                    <a:pt x="1800885" y="17599"/>
                  </a:lnTo>
                  <a:lnTo>
                    <a:pt x="1754579" y="11318"/>
                  </a:lnTo>
                  <a:lnTo>
                    <a:pt x="1707854" y="6397"/>
                  </a:lnTo>
                  <a:lnTo>
                    <a:pt x="1660732" y="2856"/>
                  </a:lnTo>
                  <a:lnTo>
                    <a:pt x="1613231" y="717"/>
                  </a:lnTo>
                  <a:lnTo>
                    <a:pt x="1565374" y="0"/>
                  </a:lnTo>
                </a:path>
              </a:pathLst>
            </a:custGeom>
            <a:ln w="190499">
              <a:solidFill>
                <a:srgbClr val="D89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635" cy="10294620"/>
            <a:chOff x="0" y="0"/>
            <a:chExt cx="18288635" cy="102946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133" cy="1029439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49488" y="4658930"/>
              <a:ext cx="3009899" cy="19526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0628" y="203635"/>
            <a:ext cx="855980" cy="1764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400" spc="140">
                <a:solidFill>
                  <a:srgbClr val="152540"/>
                </a:solidFill>
              </a:rPr>
              <a:t>4</a:t>
            </a:r>
            <a:endParaRPr sz="11400"/>
          </a:p>
        </p:txBody>
      </p:sp>
      <p:sp>
        <p:nvSpPr>
          <p:cNvPr id="6" name="object 6" descr=""/>
          <p:cNvSpPr txBox="1"/>
          <p:nvPr/>
        </p:nvSpPr>
        <p:spPr>
          <a:xfrm>
            <a:off x="2604578" y="494438"/>
            <a:ext cx="10076180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858519" algn="l"/>
                <a:tab pos="1779270" algn="l"/>
                <a:tab pos="2626360" algn="l"/>
                <a:tab pos="3138805" algn="l"/>
                <a:tab pos="3623310" algn="l"/>
                <a:tab pos="4136390" algn="l"/>
                <a:tab pos="4906645" algn="l"/>
                <a:tab pos="7107555" algn="l"/>
                <a:tab pos="8606790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25">
                <a:solidFill>
                  <a:srgbClr val="152540"/>
                </a:solidFill>
                <a:latin typeface="Trebuchet MS"/>
                <a:cs typeface="Trebuchet MS"/>
              </a:rPr>
              <a:t>CREAR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25">
                <a:solidFill>
                  <a:srgbClr val="152540"/>
                </a:solidFill>
                <a:latin typeface="Trebuchet MS"/>
                <a:cs typeface="Trebuchet MS"/>
              </a:rPr>
              <a:t>MANIPULAR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55">
                <a:solidFill>
                  <a:srgbClr val="152540"/>
                </a:solidFill>
                <a:latin typeface="Trebuchet MS"/>
                <a:cs typeface="Trebuchet MS"/>
              </a:rPr>
              <a:t>CONTENIDO </a:t>
            </a:r>
            <a:r>
              <a:rPr dirty="0" sz="3800" spc="24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190">
                <a:solidFill>
                  <a:srgbClr val="152540"/>
                </a:solidFill>
                <a:latin typeface="Trebuchet MS"/>
                <a:cs typeface="Trebuchet MS"/>
              </a:rPr>
              <a:t>TEXTO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00">
                <a:solidFill>
                  <a:srgbClr val="152540"/>
                </a:solidFill>
                <a:latin typeface="Trebuchet MS"/>
                <a:cs typeface="Trebuchet MS"/>
              </a:rPr>
              <a:t>TEXTO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75">
                <a:solidFill>
                  <a:srgbClr val="152540"/>
                </a:solidFill>
                <a:latin typeface="Trebuchet MS"/>
                <a:cs typeface="Trebuchet MS"/>
              </a:rPr>
              <a:t>ENRIQUECIDO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-20">
                <a:solidFill>
                  <a:srgbClr val="152540"/>
                </a:solidFill>
                <a:latin typeface="Trebuchet MS"/>
                <a:cs typeface="Trebuchet MS"/>
              </a:rPr>
              <a:t>TXT)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01330" y="2385322"/>
            <a:ext cx="12761595" cy="211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Conocimientos</a:t>
            </a:r>
            <a:r>
              <a:rPr dirty="0" sz="3950" spc="5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950" spc="5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habilidades</a:t>
            </a:r>
            <a:r>
              <a:rPr dirty="0" sz="3950" spc="5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75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3950" spc="5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3950" spc="5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creación,</a:t>
            </a:r>
            <a:r>
              <a:rPr dirty="0" sz="3950" spc="5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edicion,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formato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manipulación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elementos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3950" spc="7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25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texto</a:t>
            </a:r>
            <a:r>
              <a:rPr dirty="0" sz="3950" spc="-2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plano.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85488" y="4860966"/>
            <a:ext cx="775335" cy="1764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400" spc="-560" b="1">
                <a:solidFill>
                  <a:srgbClr val="152540"/>
                </a:solidFill>
                <a:latin typeface="Arial"/>
                <a:cs typeface="Arial"/>
              </a:rPr>
              <a:t>5</a:t>
            </a:r>
            <a:endParaRPr sz="1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04578" y="5096739"/>
            <a:ext cx="1116774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5260">
              <a:lnSpc>
                <a:spcPct val="115100"/>
              </a:lnSpc>
              <a:spcBef>
                <a:spcPts val="100"/>
              </a:spcBef>
              <a:tabLst>
                <a:tab pos="1894839" algn="l"/>
                <a:tab pos="1955164" algn="l"/>
                <a:tab pos="3799204" algn="l"/>
                <a:tab pos="4312285" algn="l"/>
                <a:tab pos="7282815" algn="l"/>
                <a:tab pos="10528935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	</a:t>
            </a:r>
            <a:r>
              <a:rPr dirty="0" sz="3800" spc="325">
                <a:solidFill>
                  <a:srgbClr val="152540"/>
                </a:solidFill>
                <a:latin typeface="Trebuchet MS"/>
                <a:cs typeface="Trebuchet MS"/>
              </a:rPr>
              <a:t>CREAR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25">
                <a:solidFill>
                  <a:srgbClr val="152540"/>
                </a:solidFill>
                <a:latin typeface="Trebuchet MS"/>
                <a:cs typeface="Trebuchet MS"/>
              </a:rPr>
              <a:t>MANIPULAR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40">
                <a:solidFill>
                  <a:srgbClr val="152540"/>
                </a:solidFill>
                <a:latin typeface="Trebuchet MS"/>
                <a:cs typeface="Trebuchet MS"/>
              </a:rPr>
              <a:t>CONJUNTOS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40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3800" spc="365">
                <a:solidFill>
                  <a:srgbClr val="152540"/>
                </a:solidFill>
                <a:latin typeface="Trebuchet MS"/>
                <a:cs typeface="Trebuchet MS"/>
              </a:rPr>
              <a:t>DATOS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105">
                <a:solidFill>
                  <a:srgbClr val="152540"/>
                </a:solidFill>
                <a:latin typeface="Trebuchet MS"/>
                <a:cs typeface="Trebuchet MS"/>
              </a:rPr>
              <a:t>DAT)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25762" y="6931738"/>
            <a:ext cx="12761595" cy="280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Conocimientos</a:t>
            </a:r>
            <a:r>
              <a:rPr dirty="0" sz="3950" spc="57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 spc="-2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950" spc="58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habilidades</a:t>
            </a:r>
            <a:r>
              <a:rPr dirty="0" sz="3950" spc="58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 spc="75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3950" spc="58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3950" spc="58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creación</a:t>
            </a:r>
            <a:r>
              <a:rPr dirty="0" sz="3950" spc="58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3950" spc="35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archivos</a:t>
            </a:r>
            <a:r>
              <a:rPr dirty="0" sz="39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39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hojas</a:t>
            </a:r>
            <a:r>
              <a:rPr dirty="0" sz="39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39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dirty="0" sz="39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9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50">
                <a:solidFill>
                  <a:srgbClr val="FFFFFF"/>
                </a:solidFill>
                <a:latin typeface="Trebuchet MS"/>
                <a:cs typeface="Trebuchet MS"/>
              </a:rPr>
              <a:t>programas</a:t>
            </a:r>
            <a:r>
              <a:rPr dirty="0" sz="39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39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estadística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3950" spc="6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100">
                <a:solidFill>
                  <a:srgbClr val="FFFFFF"/>
                </a:solidFill>
                <a:latin typeface="Trebuchet MS"/>
                <a:cs typeface="Trebuchet MS"/>
              </a:rPr>
              <a:t>bases</a:t>
            </a:r>
            <a:r>
              <a:rPr dirty="0" sz="3950" spc="6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datos,</a:t>
            </a:r>
            <a:r>
              <a:rPr dirty="0" sz="3950" spc="6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así</a:t>
            </a:r>
            <a:r>
              <a:rPr dirty="0" sz="3950" spc="6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como</a:t>
            </a:r>
            <a:r>
              <a:rPr dirty="0" sz="3950" spc="6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agruparlos</a:t>
            </a:r>
            <a:r>
              <a:rPr dirty="0" sz="3950" spc="6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(registros,</a:t>
            </a:r>
            <a:r>
              <a:rPr dirty="0" sz="3950" spc="6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celdas, </a:t>
            </a:r>
            <a:r>
              <a:rPr dirty="0" sz="3950">
                <a:solidFill>
                  <a:srgbClr val="FFFFFF"/>
                </a:solidFill>
                <a:latin typeface="Trebuchet MS"/>
                <a:cs typeface="Trebuchet MS"/>
              </a:rPr>
              <a:t>columnas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2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9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950" spc="-10">
                <a:solidFill>
                  <a:srgbClr val="FFFFFF"/>
                </a:solidFill>
                <a:latin typeface="Trebuchet MS"/>
                <a:cs typeface="Trebuchet MS"/>
              </a:rPr>
              <a:t>filas</a:t>
            </a:r>
            <a:endParaRPr sz="3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7162165" cy="3260090"/>
          </a:xfrm>
          <a:custGeom>
            <a:avLst/>
            <a:gdLst/>
            <a:ahLst/>
            <a:cxnLst/>
            <a:rect l="l" t="t" r="r" b="b"/>
            <a:pathLst>
              <a:path w="7162165" h="3260090">
                <a:moveTo>
                  <a:pt x="7162107" y="0"/>
                </a:moveTo>
                <a:lnTo>
                  <a:pt x="7155298" y="45588"/>
                </a:lnTo>
                <a:lnTo>
                  <a:pt x="7146657" y="91886"/>
                </a:lnTo>
                <a:lnTo>
                  <a:pt x="7136423" y="137312"/>
                </a:lnTo>
                <a:lnTo>
                  <a:pt x="7124599" y="181871"/>
                </a:lnTo>
                <a:lnTo>
                  <a:pt x="7111189" y="225568"/>
                </a:lnTo>
                <a:lnTo>
                  <a:pt x="7096195" y="268406"/>
                </a:lnTo>
                <a:lnTo>
                  <a:pt x="7079621" y="310391"/>
                </a:lnTo>
                <a:lnTo>
                  <a:pt x="7061469" y="351527"/>
                </a:lnTo>
                <a:lnTo>
                  <a:pt x="7041743" y="391817"/>
                </a:lnTo>
                <a:lnTo>
                  <a:pt x="7020444" y="431267"/>
                </a:lnTo>
                <a:lnTo>
                  <a:pt x="6997578" y="469881"/>
                </a:lnTo>
                <a:lnTo>
                  <a:pt x="6973145" y="507663"/>
                </a:lnTo>
                <a:lnTo>
                  <a:pt x="6947150" y="544617"/>
                </a:lnTo>
                <a:lnTo>
                  <a:pt x="6919595" y="580749"/>
                </a:lnTo>
                <a:lnTo>
                  <a:pt x="6890484" y="616061"/>
                </a:lnTo>
                <a:lnTo>
                  <a:pt x="6859819" y="650560"/>
                </a:lnTo>
                <a:lnTo>
                  <a:pt x="6827603" y="684249"/>
                </a:lnTo>
                <a:lnTo>
                  <a:pt x="6793840" y="717132"/>
                </a:lnTo>
                <a:lnTo>
                  <a:pt x="6758531" y="749214"/>
                </a:lnTo>
                <a:lnTo>
                  <a:pt x="6721682" y="780500"/>
                </a:lnTo>
                <a:lnTo>
                  <a:pt x="6683293" y="810993"/>
                </a:lnTo>
                <a:lnTo>
                  <a:pt x="6643369" y="840698"/>
                </a:lnTo>
                <a:lnTo>
                  <a:pt x="6601912" y="869620"/>
                </a:lnTo>
                <a:lnTo>
                  <a:pt x="6558926" y="897763"/>
                </a:lnTo>
                <a:lnTo>
                  <a:pt x="6514412" y="925131"/>
                </a:lnTo>
                <a:lnTo>
                  <a:pt x="6468375" y="951728"/>
                </a:lnTo>
                <a:lnTo>
                  <a:pt x="6420818" y="977560"/>
                </a:lnTo>
                <a:lnTo>
                  <a:pt x="6374132" y="1001362"/>
                </a:lnTo>
                <a:lnTo>
                  <a:pt x="6327281" y="1023623"/>
                </a:lnTo>
                <a:lnTo>
                  <a:pt x="6280265" y="1044390"/>
                </a:lnTo>
                <a:lnTo>
                  <a:pt x="6233087" y="1063705"/>
                </a:lnTo>
                <a:lnTo>
                  <a:pt x="6185748" y="1081613"/>
                </a:lnTo>
                <a:lnTo>
                  <a:pt x="6138252" y="1098158"/>
                </a:lnTo>
                <a:lnTo>
                  <a:pt x="6090599" y="1113386"/>
                </a:lnTo>
                <a:lnTo>
                  <a:pt x="6042791" y="1127340"/>
                </a:lnTo>
                <a:lnTo>
                  <a:pt x="5994831" y="1140065"/>
                </a:lnTo>
                <a:lnTo>
                  <a:pt x="5946721" y="1151606"/>
                </a:lnTo>
                <a:lnTo>
                  <a:pt x="5898462" y="1162006"/>
                </a:lnTo>
                <a:lnTo>
                  <a:pt x="5850057" y="1171309"/>
                </a:lnTo>
                <a:lnTo>
                  <a:pt x="5801507" y="1179562"/>
                </a:lnTo>
                <a:lnTo>
                  <a:pt x="5752814" y="1186807"/>
                </a:lnTo>
                <a:lnTo>
                  <a:pt x="5703981" y="1193090"/>
                </a:lnTo>
                <a:lnTo>
                  <a:pt x="5655009" y="1198454"/>
                </a:lnTo>
                <a:lnTo>
                  <a:pt x="5605901" y="1202944"/>
                </a:lnTo>
                <a:lnTo>
                  <a:pt x="5556657" y="1206605"/>
                </a:lnTo>
                <a:lnTo>
                  <a:pt x="5507281" y="1209481"/>
                </a:lnTo>
                <a:lnTo>
                  <a:pt x="5457774" y="1211616"/>
                </a:lnTo>
                <a:lnTo>
                  <a:pt x="5408139" y="1213055"/>
                </a:lnTo>
                <a:lnTo>
                  <a:pt x="5358376" y="1213842"/>
                </a:lnTo>
                <a:lnTo>
                  <a:pt x="5308488" y="1214022"/>
                </a:lnTo>
                <a:lnTo>
                  <a:pt x="5258478" y="1213639"/>
                </a:lnTo>
                <a:lnTo>
                  <a:pt x="5208346" y="1212737"/>
                </a:lnTo>
                <a:lnTo>
                  <a:pt x="5158096" y="1211360"/>
                </a:lnTo>
                <a:lnTo>
                  <a:pt x="5107728" y="1209554"/>
                </a:lnTo>
                <a:lnTo>
                  <a:pt x="5057246" y="1207363"/>
                </a:lnTo>
                <a:lnTo>
                  <a:pt x="5005756" y="1204528"/>
                </a:lnTo>
                <a:lnTo>
                  <a:pt x="4954406" y="1201256"/>
                </a:lnTo>
                <a:lnTo>
                  <a:pt x="4851981" y="1194231"/>
                </a:lnTo>
                <a:lnTo>
                  <a:pt x="4800834" y="1190892"/>
                </a:lnTo>
                <a:lnTo>
                  <a:pt x="4749682" y="1187945"/>
                </a:lnTo>
                <a:lnTo>
                  <a:pt x="4698488" y="1185597"/>
                </a:lnTo>
                <a:lnTo>
                  <a:pt x="4647217" y="1184055"/>
                </a:lnTo>
                <a:lnTo>
                  <a:pt x="4595831" y="1183527"/>
                </a:lnTo>
                <a:lnTo>
                  <a:pt x="4544295" y="1184219"/>
                </a:lnTo>
                <a:lnTo>
                  <a:pt x="4492573" y="1186339"/>
                </a:lnTo>
                <a:lnTo>
                  <a:pt x="4440627" y="1190093"/>
                </a:lnTo>
                <a:lnTo>
                  <a:pt x="4388422" y="1195690"/>
                </a:lnTo>
                <a:lnTo>
                  <a:pt x="4337647" y="1202882"/>
                </a:lnTo>
                <a:lnTo>
                  <a:pt x="4287483" y="1211169"/>
                </a:lnTo>
                <a:lnTo>
                  <a:pt x="4237922" y="1220547"/>
                </a:lnTo>
                <a:lnTo>
                  <a:pt x="4188958" y="1231013"/>
                </a:lnTo>
                <a:lnTo>
                  <a:pt x="4140586" y="1242563"/>
                </a:lnTo>
                <a:lnTo>
                  <a:pt x="4092797" y="1255192"/>
                </a:lnTo>
                <a:lnTo>
                  <a:pt x="4045587" y="1268898"/>
                </a:lnTo>
                <a:lnTo>
                  <a:pt x="3998948" y="1283676"/>
                </a:lnTo>
                <a:lnTo>
                  <a:pt x="3952873" y="1299522"/>
                </a:lnTo>
                <a:lnTo>
                  <a:pt x="3907357" y="1316432"/>
                </a:lnTo>
                <a:lnTo>
                  <a:pt x="3862392" y="1334404"/>
                </a:lnTo>
                <a:lnTo>
                  <a:pt x="3817973" y="1353432"/>
                </a:lnTo>
                <a:lnTo>
                  <a:pt x="3774092" y="1373513"/>
                </a:lnTo>
                <a:lnTo>
                  <a:pt x="3730743" y="1394643"/>
                </a:lnTo>
                <a:lnTo>
                  <a:pt x="3687919" y="1416819"/>
                </a:lnTo>
                <a:lnTo>
                  <a:pt x="3645615" y="1440036"/>
                </a:lnTo>
                <a:lnTo>
                  <a:pt x="3603823" y="1464291"/>
                </a:lnTo>
                <a:lnTo>
                  <a:pt x="3562537" y="1489579"/>
                </a:lnTo>
                <a:lnTo>
                  <a:pt x="3521750" y="1515897"/>
                </a:lnTo>
                <a:lnTo>
                  <a:pt x="3481457" y="1543242"/>
                </a:lnTo>
                <a:lnTo>
                  <a:pt x="3441649" y="1571609"/>
                </a:lnTo>
                <a:lnTo>
                  <a:pt x="3402322" y="1600994"/>
                </a:lnTo>
                <a:lnTo>
                  <a:pt x="3363467" y="1631394"/>
                </a:lnTo>
                <a:lnTo>
                  <a:pt x="3325080" y="1662804"/>
                </a:lnTo>
                <a:lnTo>
                  <a:pt x="3287152" y="1695222"/>
                </a:lnTo>
                <a:lnTo>
                  <a:pt x="3249679" y="1728642"/>
                </a:lnTo>
                <a:lnTo>
                  <a:pt x="3212652" y="1763062"/>
                </a:lnTo>
                <a:lnTo>
                  <a:pt x="3176066" y="1798477"/>
                </a:lnTo>
                <a:lnTo>
                  <a:pt x="3140086" y="1834142"/>
                </a:lnTo>
                <a:lnTo>
                  <a:pt x="3103906" y="1869571"/>
                </a:lnTo>
                <a:lnTo>
                  <a:pt x="3067523" y="1904757"/>
                </a:lnTo>
                <a:lnTo>
                  <a:pt x="3030931" y="1939694"/>
                </a:lnTo>
                <a:lnTo>
                  <a:pt x="2994127" y="1974376"/>
                </a:lnTo>
                <a:lnTo>
                  <a:pt x="2957104" y="2008795"/>
                </a:lnTo>
                <a:lnTo>
                  <a:pt x="2919858" y="2042945"/>
                </a:lnTo>
                <a:lnTo>
                  <a:pt x="2882384" y="2076820"/>
                </a:lnTo>
                <a:lnTo>
                  <a:pt x="2844677" y="2110413"/>
                </a:lnTo>
                <a:lnTo>
                  <a:pt x="2806733" y="2143718"/>
                </a:lnTo>
                <a:lnTo>
                  <a:pt x="2768547" y="2176728"/>
                </a:lnTo>
                <a:lnTo>
                  <a:pt x="2730113" y="2209437"/>
                </a:lnTo>
                <a:lnTo>
                  <a:pt x="2691427" y="2241839"/>
                </a:lnTo>
                <a:lnTo>
                  <a:pt x="2652484" y="2273926"/>
                </a:lnTo>
                <a:lnTo>
                  <a:pt x="2613279" y="2305692"/>
                </a:lnTo>
                <a:lnTo>
                  <a:pt x="2573807" y="2337131"/>
                </a:lnTo>
                <a:lnTo>
                  <a:pt x="2534064" y="2368237"/>
                </a:lnTo>
                <a:lnTo>
                  <a:pt x="2494044" y="2399002"/>
                </a:lnTo>
                <a:lnTo>
                  <a:pt x="2453743" y="2429420"/>
                </a:lnTo>
                <a:lnTo>
                  <a:pt x="2413156" y="2459486"/>
                </a:lnTo>
                <a:lnTo>
                  <a:pt x="2372278" y="2489191"/>
                </a:lnTo>
                <a:lnTo>
                  <a:pt x="2331104" y="2518530"/>
                </a:lnTo>
                <a:lnTo>
                  <a:pt x="2289629" y="2547497"/>
                </a:lnTo>
                <a:lnTo>
                  <a:pt x="2247848" y="2576084"/>
                </a:lnTo>
                <a:lnTo>
                  <a:pt x="2205757" y="2604286"/>
                </a:lnTo>
                <a:lnTo>
                  <a:pt x="2163351" y="2632095"/>
                </a:lnTo>
                <a:lnTo>
                  <a:pt x="2120624" y="2659506"/>
                </a:lnTo>
                <a:lnTo>
                  <a:pt x="2077573" y="2686511"/>
                </a:lnTo>
                <a:lnTo>
                  <a:pt x="2034191" y="2713105"/>
                </a:lnTo>
                <a:lnTo>
                  <a:pt x="1990310" y="2739468"/>
                </a:lnTo>
                <a:lnTo>
                  <a:pt x="1946294" y="2765259"/>
                </a:lnTo>
                <a:lnTo>
                  <a:pt x="1902144" y="2790470"/>
                </a:lnTo>
                <a:lnTo>
                  <a:pt x="1857858" y="2815096"/>
                </a:lnTo>
                <a:lnTo>
                  <a:pt x="1813436" y="2839130"/>
                </a:lnTo>
                <a:lnTo>
                  <a:pt x="1768877" y="2862566"/>
                </a:lnTo>
                <a:lnTo>
                  <a:pt x="1724180" y="2885398"/>
                </a:lnTo>
                <a:lnTo>
                  <a:pt x="1679344" y="2907620"/>
                </a:lnTo>
                <a:lnTo>
                  <a:pt x="1634369" y="2929225"/>
                </a:lnTo>
                <a:lnTo>
                  <a:pt x="1589253" y="2950208"/>
                </a:lnTo>
                <a:lnTo>
                  <a:pt x="1543997" y="2970562"/>
                </a:lnTo>
                <a:lnTo>
                  <a:pt x="1498598" y="2990282"/>
                </a:lnTo>
                <a:lnTo>
                  <a:pt x="1453057" y="3009360"/>
                </a:lnTo>
                <a:lnTo>
                  <a:pt x="1407373" y="3027790"/>
                </a:lnTo>
                <a:lnTo>
                  <a:pt x="1361544" y="3045567"/>
                </a:lnTo>
                <a:lnTo>
                  <a:pt x="1315571" y="3062685"/>
                </a:lnTo>
                <a:lnTo>
                  <a:pt x="1269451" y="3079137"/>
                </a:lnTo>
                <a:lnTo>
                  <a:pt x="1223185" y="3094916"/>
                </a:lnTo>
                <a:lnTo>
                  <a:pt x="1176771" y="3110017"/>
                </a:lnTo>
                <a:lnTo>
                  <a:pt x="1130210" y="3124434"/>
                </a:lnTo>
                <a:lnTo>
                  <a:pt x="1083499" y="3138160"/>
                </a:lnTo>
                <a:lnTo>
                  <a:pt x="1036639" y="3151190"/>
                </a:lnTo>
                <a:lnTo>
                  <a:pt x="989628" y="3163516"/>
                </a:lnTo>
                <a:lnTo>
                  <a:pt x="942466" y="3175133"/>
                </a:lnTo>
                <a:lnTo>
                  <a:pt x="895152" y="3186035"/>
                </a:lnTo>
                <a:lnTo>
                  <a:pt x="847684" y="3196216"/>
                </a:lnTo>
                <a:lnTo>
                  <a:pt x="800063" y="3205668"/>
                </a:lnTo>
                <a:lnTo>
                  <a:pt x="752288" y="3214387"/>
                </a:lnTo>
                <a:lnTo>
                  <a:pt x="704357" y="3222366"/>
                </a:lnTo>
                <a:lnTo>
                  <a:pt x="656270" y="3229598"/>
                </a:lnTo>
                <a:lnTo>
                  <a:pt x="608027" y="3236078"/>
                </a:lnTo>
                <a:lnTo>
                  <a:pt x="559625" y="3241799"/>
                </a:lnTo>
                <a:lnTo>
                  <a:pt x="511066" y="3246756"/>
                </a:lnTo>
                <a:lnTo>
                  <a:pt x="462347" y="3250941"/>
                </a:lnTo>
                <a:lnTo>
                  <a:pt x="413468" y="3254349"/>
                </a:lnTo>
                <a:lnTo>
                  <a:pt x="364428" y="3256974"/>
                </a:lnTo>
                <a:lnTo>
                  <a:pt x="315227" y="3258809"/>
                </a:lnTo>
                <a:lnTo>
                  <a:pt x="265863" y="3259849"/>
                </a:lnTo>
                <a:lnTo>
                  <a:pt x="216336" y="3260087"/>
                </a:lnTo>
                <a:lnTo>
                  <a:pt x="166645" y="3259516"/>
                </a:lnTo>
                <a:lnTo>
                  <a:pt x="116789" y="3258131"/>
                </a:lnTo>
                <a:lnTo>
                  <a:pt x="66768" y="3255926"/>
                </a:lnTo>
                <a:lnTo>
                  <a:pt x="16580" y="3252894"/>
                </a:lnTo>
                <a:lnTo>
                  <a:pt x="0" y="3251622"/>
                </a:lnTo>
                <a:lnTo>
                  <a:pt x="0" y="0"/>
                </a:lnTo>
                <a:lnTo>
                  <a:pt x="7162107" y="0"/>
                </a:lnTo>
                <a:close/>
              </a:path>
            </a:pathLst>
          </a:custGeom>
          <a:solidFill>
            <a:srgbClr val="E3D8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823815" y="2379"/>
            <a:ext cx="8463915" cy="10290175"/>
            <a:chOff x="9823815" y="2379"/>
            <a:chExt cx="8463915" cy="10290175"/>
          </a:xfrm>
        </p:grpSpPr>
        <p:sp>
          <p:nvSpPr>
            <p:cNvPr id="4" name="object 4" descr=""/>
            <p:cNvSpPr/>
            <p:nvPr/>
          </p:nvSpPr>
          <p:spPr>
            <a:xfrm>
              <a:off x="9823815" y="2060492"/>
              <a:ext cx="8461375" cy="8232140"/>
            </a:xfrm>
            <a:custGeom>
              <a:avLst/>
              <a:gdLst/>
              <a:ahLst/>
              <a:cxnLst/>
              <a:rect l="l" t="t" r="r" b="b"/>
              <a:pathLst>
                <a:path w="8461375" h="8232140">
                  <a:moveTo>
                    <a:pt x="7343228" y="151774"/>
                  </a:moveTo>
                  <a:lnTo>
                    <a:pt x="7961879" y="559080"/>
                  </a:lnTo>
                  <a:lnTo>
                    <a:pt x="7996665" y="597188"/>
                  </a:lnTo>
                  <a:lnTo>
                    <a:pt x="8038356" y="624636"/>
                  </a:lnTo>
                  <a:lnTo>
                    <a:pt x="8072988" y="662643"/>
                  </a:lnTo>
                  <a:lnTo>
                    <a:pt x="8114533" y="689995"/>
                  </a:lnTo>
                  <a:lnTo>
                    <a:pt x="8183457" y="765783"/>
                  </a:lnTo>
                  <a:lnTo>
                    <a:pt x="8224810" y="793010"/>
                  </a:lnTo>
                  <a:lnTo>
                    <a:pt x="8361761" y="943996"/>
                  </a:lnTo>
                  <a:lnTo>
                    <a:pt x="8402869" y="971061"/>
                  </a:lnTo>
                  <a:lnTo>
                    <a:pt x="8459545" y="1038786"/>
                  </a:lnTo>
                  <a:lnTo>
                    <a:pt x="8460755" y="8231717"/>
                  </a:lnTo>
                  <a:lnTo>
                    <a:pt x="0" y="8226507"/>
                  </a:lnTo>
                  <a:lnTo>
                    <a:pt x="10545" y="8218244"/>
                  </a:lnTo>
                  <a:lnTo>
                    <a:pt x="49005" y="8182744"/>
                  </a:lnTo>
                  <a:lnTo>
                    <a:pt x="81276" y="8158374"/>
                  </a:lnTo>
                  <a:lnTo>
                    <a:pt x="121296" y="8123901"/>
                  </a:lnTo>
                  <a:lnTo>
                    <a:pt x="162053" y="8089914"/>
                  </a:lnTo>
                  <a:lnTo>
                    <a:pt x="196537" y="8067001"/>
                  </a:lnTo>
                  <a:lnTo>
                    <a:pt x="238685" y="8033929"/>
                  </a:lnTo>
                  <a:lnTo>
                    <a:pt x="281487" y="8001287"/>
                  </a:lnTo>
                  <a:lnTo>
                    <a:pt x="317929" y="7979664"/>
                  </a:lnTo>
                  <a:lnTo>
                    <a:pt x="361952" y="7947826"/>
                  </a:lnTo>
                  <a:lnTo>
                    <a:pt x="399559" y="7926970"/>
                  </a:lnTo>
                  <a:lnTo>
                    <a:pt x="445493" y="7896390"/>
                  </a:lnTo>
                  <a:lnTo>
                    <a:pt x="491929" y="7866141"/>
                  </a:lnTo>
                  <a:lnTo>
                    <a:pt x="538836" y="7836202"/>
                  </a:lnTo>
                  <a:lnTo>
                    <a:pt x="579200" y="7817161"/>
                  </a:lnTo>
                  <a:lnTo>
                    <a:pt x="626957" y="7787781"/>
                  </a:lnTo>
                  <a:lnTo>
                    <a:pt x="668108" y="7769259"/>
                  </a:lnTo>
                  <a:lnTo>
                    <a:pt x="716591" y="7740357"/>
                  </a:lnTo>
                  <a:lnTo>
                    <a:pt x="765389" y="7711663"/>
                  </a:lnTo>
                  <a:lnTo>
                    <a:pt x="807489" y="7693764"/>
                  </a:lnTo>
                  <a:lnTo>
                    <a:pt x="856826" y="7665426"/>
                  </a:lnTo>
                  <a:lnTo>
                    <a:pt x="899403" y="7647841"/>
                  </a:lnTo>
                  <a:lnTo>
                    <a:pt x="949155" y="7619776"/>
                  </a:lnTo>
                  <a:lnTo>
                    <a:pt x="992085" y="7602423"/>
                  </a:lnTo>
                  <a:lnTo>
                    <a:pt x="1042128" y="7574549"/>
                  </a:lnTo>
                  <a:lnTo>
                    <a:pt x="1085286" y="7557347"/>
                  </a:lnTo>
                  <a:lnTo>
                    <a:pt x="1135495" y="7529583"/>
                  </a:lnTo>
                  <a:lnTo>
                    <a:pt x="1229010" y="7484713"/>
                  </a:lnTo>
                  <a:lnTo>
                    <a:pt x="1272253" y="7467567"/>
                  </a:lnTo>
                  <a:lnTo>
                    <a:pt x="1322423" y="7439776"/>
                  </a:lnTo>
                  <a:lnTo>
                    <a:pt x="1365521" y="7422536"/>
                  </a:lnTo>
                  <a:lnTo>
                    <a:pt x="1415293" y="7394482"/>
                  </a:lnTo>
                  <a:lnTo>
                    <a:pt x="1457946" y="7376949"/>
                  </a:lnTo>
                  <a:lnTo>
                    <a:pt x="1507414" y="7348695"/>
                  </a:lnTo>
                  <a:lnTo>
                    <a:pt x="1549692" y="7330914"/>
                  </a:lnTo>
                  <a:lnTo>
                    <a:pt x="1598711" y="7302366"/>
                  </a:lnTo>
                  <a:lnTo>
                    <a:pt x="1640470" y="7284243"/>
                  </a:lnTo>
                  <a:lnTo>
                    <a:pt x="1688898" y="7255305"/>
                  </a:lnTo>
                  <a:lnTo>
                    <a:pt x="1736977" y="7226138"/>
                  </a:lnTo>
                  <a:lnTo>
                    <a:pt x="1777686" y="7207324"/>
                  </a:lnTo>
                  <a:lnTo>
                    <a:pt x="1824958" y="7177625"/>
                  </a:lnTo>
                  <a:lnTo>
                    <a:pt x="1864788" y="7158233"/>
                  </a:lnTo>
                  <a:lnTo>
                    <a:pt x="1911109" y="7127908"/>
                  </a:lnTo>
                  <a:lnTo>
                    <a:pt x="1956901" y="7097235"/>
                  </a:lnTo>
                  <a:lnTo>
                    <a:pt x="1995143" y="7076797"/>
                  </a:lnTo>
                  <a:lnTo>
                    <a:pt x="2039768" y="7045355"/>
                  </a:lnTo>
                  <a:lnTo>
                    <a:pt x="2083756" y="7013495"/>
                  </a:lnTo>
                  <a:lnTo>
                    <a:pt x="2127071" y="6981191"/>
                  </a:lnTo>
                  <a:lnTo>
                    <a:pt x="2162693" y="6959027"/>
                  </a:lnTo>
                  <a:lnTo>
                    <a:pt x="2204554" y="6925766"/>
                  </a:lnTo>
                  <a:lnTo>
                    <a:pt x="2245634" y="6891991"/>
                  </a:lnTo>
                  <a:lnTo>
                    <a:pt x="2285995" y="6857742"/>
                  </a:lnTo>
                  <a:lnTo>
                    <a:pt x="2325437" y="6822888"/>
                  </a:lnTo>
                  <a:lnTo>
                    <a:pt x="2363971" y="6787437"/>
                  </a:lnTo>
                  <a:lnTo>
                    <a:pt x="2401605" y="6751393"/>
                  </a:lnTo>
                  <a:lnTo>
                    <a:pt x="2431366" y="6725371"/>
                  </a:lnTo>
                  <a:lnTo>
                    <a:pt x="2467230" y="6688162"/>
                  </a:lnTo>
                  <a:lnTo>
                    <a:pt x="2502224" y="6650379"/>
                  </a:lnTo>
                  <a:lnTo>
                    <a:pt x="2536357" y="6612030"/>
                  </a:lnTo>
                  <a:lnTo>
                    <a:pt x="2569638" y="6573120"/>
                  </a:lnTo>
                  <a:lnTo>
                    <a:pt x="2602077" y="6533656"/>
                  </a:lnTo>
                  <a:lnTo>
                    <a:pt x="2626700" y="6504251"/>
                  </a:lnTo>
                  <a:lnTo>
                    <a:pt x="2657484" y="6463697"/>
                  </a:lnTo>
                  <a:lnTo>
                    <a:pt x="2687454" y="6422607"/>
                  </a:lnTo>
                  <a:lnTo>
                    <a:pt x="2716620" y="6380988"/>
                  </a:lnTo>
                  <a:lnTo>
                    <a:pt x="2744992" y="6338846"/>
                  </a:lnTo>
                  <a:lnTo>
                    <a:pt x="2772579" y="6296187"/>
                  </a:lnTo>
                  <a:lnTo>
                    <a:pt x="2792406" y="6263625"/>
                  </a:lnTo>
                  <a:lnTo>
                    <a:pt x="2818452" y="6219951"/>
                  </a:lnTo>
                  <a:lnTo>
                    <a:pt x="2843741" y="6175780"/>
                  </a:lnTo>
                  <a:lnTo>
                    <a:pt x="2868283" y="6131117"/>
                  </a:lnTo>
                  <a:lnTo>
                    <a:pt x="2892089" y="6085968"/>
                  </a:lnTo>
                  <a:lnTo>
                    <a:pt x="2908182" y="6050948"/>
                  </a:lnTo>
                  <a:lnTo>
                    <a:pt x="2930541" y="6004847"/>
                  </a:lnTo>
                  <a:lnTo>
                    <a:pt x="2952192" y="5958280"/>
                  </a:lnTo>
                  <a:lnTo>
                    <a:pt x="2973143" y="5911252"/>
                  </a:lnTo>
                  <a:lnTo>
                    <a:pt x="2993404" y="5863770"/>
                  </a:lnTo>
                  <a:lnTo>
                    <a:pt x="3006002" y="5826448"/>
                  </a:lnTo>
                  <a:lnTo>
                    <a:pt x="3024913" y="5778077"/>
                  </a:lnTo>
                  <a:lnTo>
                    <a:pt x="3043163" y="5729271"/>
                  </a:lnTo>
                  <a:lnTo>
                    <a:pt x="3060761" y="5680036"/>
                  </a:lnTo>
                  <a:lnTo>
                    <a:pt x="3077717" y="5630378"/>
                  </a:lnTo>
                  <a:lnTo>
                    <a:pt x="3087057" y="5590911"/>
                  </a:lnTo>
                  <a:lnTo>
                    <a:pt x="3102757" y="5540426"/>
                  </a:lnTo>
                  <a:lnTo>
                    <a:pt x="3117844" y="5489538"/>
                  </a:lnTo>
                  <a:lnTo>
                    <a:pt x="3132327" y="5438252"/>
                  </a:lnTo>
                  <a:lnTo>
                    <a:pt x="3139233" y="5397182"/>
                  </a:lnTo>
                  <a:lnTo>
                    <a:pt x="3152616" y="5345172"/>
                  </a:lnTo>
                  <a:lnTo>
                    <a:pt x="3165746" y="5292995"/>
                  </a:lnTo>
                  <a:lnTo>
                    <a:pt x="3178637" y="5240660"/>
                  </a:lnTo>
                  <a:lnTo>
                    <a:pt x="3184314" y="5198782"/>
                  </a:lnTo>
                  <a:lnTo>
                    <a:pt x="3196759" y="5146154"/>
                  </a:lnTo>
                  <a:lnTo>
                    <a:pt x="3208998" y="5093390"/>
                  </a:lnTo>
                  <a:lnTo>
                    <a:pt x="3221043" y="5040500"/>
                  </a:lnTo>
                  <a:lnTo>
                    <a:pt x="3225924" y="4998097"/>
                  </a:lnTo>
                  <a:lnTo>
                    <a:pt x="3237618" y="4944974"/>
                  </a:lnTo>
                  <a:lnTo>
                    <a:pt x="3249154" y="4891748"/>
                  </a:lnTo>
                  <a:lnTo>
                    <a:pt x="3253560" y="4849033"/>
                  </a:lnTo>
                  <a:lnTo>
                    <a:pt x="3264815" y="4795621"/>
                  </a:lnTo>
                  <a:lnTo>
                    <a:pt x="3275947" y="4742129"/>
                  </a:lnTo>
                  <a:lnTo>
                    <a:pt x="3279985" y="4699172"/>
                  </a:lnTo>
                  <a:lnTo>
                    <a:pt x="3290908" y="4645541"/>
                  </a:lnTo>
                  <a:lnTo>
                    <a:pt x="3294759" y="4602461"/>
                  </a:lnTo>
                  <a:lnTo>
                    <a:pt x="3316214" y="4494944"/>
                  </a:lnTo>
                  <a:lnTo>
                    <a:pt x="3319874" y="4451737"/>
                  </a:lnTo>
                  <a:lnTo>
                    <a:pt x="3330478" y="4397897"/>
                  </a:lnTo>
                  <a:lnTo>
                    <a:pt x="3344628" y="4300776"/>
                  </a:lnTo>
                  <a:lnTo>
                    <a:pt x="3365742" y="4193034"/>
                  </a:lnTo>
                  <a:lnTo>
                    <a:pt x="3369338" y="4149785"/>
                  </a:lnTo>
                  <a:lnTo>
                    <a:pt x="3379948" y="4095949"/>
                  </a:lnTo>
                  <a:lnTo>
                    <a:pt x="3383616" y="4052748"/>
                  </a:lnTo>
                  <a:lnTo>
                    <a:pt x="3405095" y="3945247"/>
                  </a:lnTo>
                  <a:lnTo>
                    <a:pt x="3409123" y="3902282"/>
                  </a:lnTo>
                  <a:lnTo>
                    <a:pt x="3420274" y="3848802"/>
                  </a:lnTo>
                  <a:lnTo>
                    <a:pt x="3431574" y="3795420"/>
                  </a:lnTo>
                  <a:lnTo>
                    <a:pt x="3436047" y="3752750"/>
                  </a:lnTo>
                  <a:lnTo>
                    <a:pt x="3447671" y="3699581"/>
                  </a:lnTo>
                  <a:lnTo>
                    <a:pt x="3459471" y="3646528"/>
                  </a:lnTo>
                  <a:lnTo>
                    <a:pt x="3464471" y="3604204"/>
                  </a:lnTo>
                  <a:lnTo>
                    <a:pt x="3476649" y="3551401"/>
                  </a:lnTo>
                  <a:lnTo>
                    <a:pt x="3489029" y="3498730"/>
                  </a:lnTo>
                  <a:lnTo>
                    <a:pt x="3494637" y="3456806"/>
                  </a:lnTo>
                  <a:lnTo>
                    <a:pt x="3507450" y="3404420"/>
                  </a:lnTo>
                  <a:lnTo>
                    <a:pt x="3520492" y="3352185"/>
                  </a:lnTo>
                  <a:lnTo>
                    <a:pt x="3526789" y="3310715"/>
                  </a:lnTo>
                  <a:lnTo>
                    <a:pt x="3540317" y="3258800"/>
                  </a:lnTo>
                  <a:lnTo>
                    <a:pt x="3554101" y="3207054"/>
                  </a:lnTo>
                  <a:lnTo>
                    <a:pt x="3568151" y="3155483"/>
                  </a:lnTo>
                  <a:lnTo>
                    <a:pt x="3575492" y="3114700"/>
                  </a:lnTo>
                  <a:lnTo>
                    <a:pt x="3590100" y="3063496"/>
                  </a:lnTo>
                  <a:lnTo>
                    <a:pt x="3605000" y="3012484"/>
                  </a:lnTo>
                  <a:lnTo>
                    <a:pt x="3620202" y="2961671"/>
                  </a:lnTo>
                  <a:lnTo>
                    <a:pt x="3628730" y="2921670"/>
                  </a:lnTo>
                  <a:lnTo>
                    <a:pt x="3644561" y="2871272"/>
                  </a:lnTo>
                  <a:lnTo>
                    <a:pt x="3660721" y="2821090"/>
                  </a:lnTo>
                  <a:lnTo>
                    <a:pt x="3677219" y="2771130"/>
                  </a:lnTo>
                  <a:lnTo>
                    <a:pt x="3687078" y="2732005"/>
                  </a:lnTo>
                  <a:lnTo>
                    <a:pt x="3704277" y="2682507"/>
                  </a:lnTo>
                  <a:lnTo>
                    <a:pt x="3721841" y="2633249"/>
                  </a:lnTo>
                  <a:lnTo>
                    <a:pt x="3739777" y="2584236"/>
                  </a:lnTo>
                  <a:lnTo>
                    <a:pt x="3758096" y="2535476"/>
                  </a:lnTo>
                  <a:lnTo>
                    <a:pt x="3776806" y="2486973"/>
                  </a:lnTo>
                  <a:lnTo>
                    <a:pt x="3788932" y="2449340"/>
                  </a:lnTo>
                  <a:lnTo>
                    <a:pt x="3808452" y="2401370"/>
                  </a:lnTo>
                  <a:lnTo>
                    <a:pt x="3828390" y="2353675"/>
                  </a:lnTo>
                  <a:lnTo>
                    <a:pt x="3848755" y="2306262"/>
                  </a:lnTo>
                  <a:lnTo>
                    <a:pt x="3869556" y="2259135"/>
                  </a:lnTo>
                  <a:lnTo>
                    <a:pt x="3890802" y="2212302"/>
                  </a:lnTo>
                  <a:lnTo>
                    <a:pt x="3912503" y="2165768"/>
                  </a:lnTo>
                  <a:lnTo>
                    <a:pt x="3934667" y="2119538"/>
                  </a:lnTo>
                  <a:lnTo>
                    <a:pt x="3957302" y="2073620"/>
                  </a:lnTo>
                  <a:lnTo>
                    <a:pt x="3980419" y="2028018"/>
                  </a:lnTo>
                  <a:lnTo>
                    <a:pt x="4004014" y="1982731"/>
                  </a:lnTo>
                  <a:lnTo>
                    <a:pt x="4027906" y="1937639"/>
                  </a:lnTo>
                  <a:lnTo>
                    <a:pt x="4052104" y="1892749"/>
                  </a:lnTo>
                  <a:lnTo>
                    <a:pt x="4076618" y="1848067"/>
                  </a:lnTo>
                  <a:lnTo>
                    <a:pt x="4101458" y="1803600"/>
                  </a:lnTo>
                  <a:lnTo>
                    <a:pt x="4119650" y="1769961"/>
                  </a:lnTo>
                  <a:lnTo>
                    <a:pt x="4145173" y="1725943"/>
                  </a:lnTo>
                  <a:lnTo>
                    <a:pt x="4171051" y="1682160"/>
                  </a:lnTo>
                  <a:lnTo>
                    <a:pt x="4197296" y="1638617"/>
                  </a:lnTo>
                  <a:lnTo>
                    <a:pt x="4223917" y="1595322"/>
                  </a:lnTo>
                  <a:lnTo>
                    <a:pt x="4250923" y="1552281"/>
                  </a:lnTo>
                  <a:lnTo>
                    <a:pt x="4278326" y="1509501"/>
                  </a:lnTo>
                  <a:lnTo>
                    <a:pt x="4306134" y="1466988"/>
                  </a:lnTo>
                  <a:lnTo>
                    <a:pt x="4334358" y="1424748"/>
                  </a:lnTo>
                  <a:lnTo>
                    <a:pt x="4363007" y="1382789"/>
                  </a:lnTo>
                  <a:lnTo>
                    <a:pt x="4392093" y="1341117"/>
                  </a:lnTo>
                  <a:lnTo>
                    <a:pt x="4414640" y="1310346"/>
                  </a:lnTo>
                  <a:lnTo>
                    <a:pt x="4444627" y="1269267"/>
                  </a:lnTo>
                  <a:lnTo>
                    <a:pt x="4475079" y="1228494"/>
                  </a:lnTo>
                  <a:lnTo>
                    <a:pt x="4506006" y="1188035"/>
                  </a:lnTo>
                  <a:lnTo>
                    <a:pt x="4537420" y="1147895"/>
                  </a:lnTo>
                  <a:lnTo>
                    <a:pt x="4569328" y="1108082"/>
                  </a:lnTo>
                  <a:lnTo>
                    <a:pt x="4601742" y="1068601"/>
                  </a:lnTo>
                  <a:lnTo>
                    <a:pt x="4627687" y="1040066"/>
                  </a:lnTo>
                  <a:lnTo>
                    <a:pt x="4661141" y="1001270"/>
                  </a:lnTo>
                  <a:lnTo>
                    <a:pt x="4695131" y="962827"/>
                  </a:lnTo>
                  <a:lnTo>
                    <a:pt x="4729666" y="924742"/>
                  </a:lnTo>
                  <a:lnTo>
                    <a:pt x="4764755" y="887023"/>
                  </a:lnTo>
                  <a:lnTo>
                    <a:pt x="4793426" y="860284"/>
                  </a:lnTo>
                  <a:lnTo>
                    <a:pt x="4829656" y="823315"/>
                  </a:lnTo>
                  <a:lnTo>
                    <a:pt x="4866471" y="786731"/>
                  </a:lnTo>
                  <a:lnTo>
                    <a:pt x="4903880" y="750540"/>
                  </a:lnTo>
                  <a:lnTo>
                    <a:pt x="4934911" y="725354"/>
                  </a:lnTo>
                  <a:lnTo>
                    <a:pt x="4973540" y="689965"/>
                  </a:lnTo>
                  <a:lnTo>
                    <a:pt x="5012794" y="654987"/>
                  </a:lnTo>
                  <a:lnTo>
                    <a:pt x="5045699" y="631035"/>
                  </a:lnTo>
                  <a:lnTo>
                    <a:pt x="5086233" y="596900"/>
                  </a:lnTo>
                  <a:lnTo>
                    <a:pt x="5127421" y="563196"/>
                  </a:lnTo>
                  <a:lnTo>
                    <a:pt x="5162290" y="540537"/>
                  </a:lnTo>
                  <a:lnTo>
                    <a:pt x="5204817" y="507714"/>
                  </a:lnTo>
                  <a:lnTo>
                    <a:pt x="5248028" y="475342"/>
                  </a:lnTo>
                  <a:lnTo>
                    <a:pt x="5284950" y="454035"/>
                  </a:lnTo>
                  <a:lnTo>
                    <a:pt x="5329560" y="422584"/>
                  </a:lnTo>
                  <a:lnTo>
                    <a:pt x="5374885" y="391603"/>
                  </a:lnTo>
                  <a:lnTo>
                    <a:pt x="5413950" y="371706"/>
                  </a:lnTo>
                  <a:lnTo>
                    <a:pt x="5460733" y="341686"/>
                  </a:lnTo>
                  <a:lnTo>
                    <a:pt x="5501277" y="322763"/>
                  </a:lnTo>
                  <a:lnTo>
                    <a:pt x="5549558" y="293728"/>
                  </a:lnTo>
                  <a:lnTo>
                    <a:pt x="5598603" y="265197"/>
                  </a:lnTo>
                  <a:lnTo>
                    <a:pt x="5641439" y="247783"/>
                  </a:lnTo>
                  <a:lnTo>
                    <a:pt x="5692042" y="220278"/>
                  </a:lnTo>
                  <a:lnTo>
                    <a:pt x="5735532" y="203295"/>
                  </a:lnTo>
                  <a:lnTo>
                    <a:pt x="5779515" y="186636"/>
                  </a:lnTo>
                  <a:lnTo>
                    <a:pt x="5830980" y="159698"/>
                  </a:lnTo>
                  <a:lnTo>
                    <a:pt x="5875967" y="143700"/>
                  </a:lnTo>
                  <a:lnTo>
                    <a:pt x="5921465" y="128039"/>
                  </a:lnTo>
                  <a:lnTo>
                    <a:pt x="5967481" y="112719"/>
                  </a:lnTo>
                  <a:lnTo>
                    <a:pt x="6014021" y="97744"/>
                  </a:lnTo>
                  <a:lnTo>
                    <a:pt x="6061091" y="83117"/>
                  </a:lnTo>
                  <a:lnTo>
                    <a:pt x="6108698" y="68845"/>
                  </a:lnTo>
                  <a:lnTo>
                    <a:pt x="6149864" y="65537"/>
                  </a:lnTo>
                  <a:lnTo>
                    <a:pt x="6198563" y="51983"/>
                  </a:lnTo>
                  <a:lnTo>
                    <a:pt x="6247818" y="38796"/>
                  </a:lnTo>
                  <a:lnTo>
                    <a:pt x="6290651" y="36585"/>
                  </a:lnTo>
                  <a:lnTo>
                    <a:pt x="6341036" y="24142"/>
                  </a:lnTo>
                  <a:lnTo>
                    <a:pt x="6385012" y="22684"/>
                  </a:lnTo>
                  <a:lnTo>
                    <a:pt x="6436553" y="11001"/>
                  </a:lnTo>
                  <a:lnTo>
                    <a:pt x="6481697" y="10312"/>
                  </a:lnTo>
                  <a:lnTo>
                    <a:pt x="6527435" y="10014"/>
                  </a:lnTo>
                  <a:lnTo>
                    <a:pt x="6573773" y="10111"/>
                  </a:lnTo>
                  <a:lnTo>
                    <a:pt x="6627700" y="0"/>
                  </a:lnTo>
                  <a:lnTo>
                    <a:pt x="6668273" y="11506"/>
                  </a:lnTo>
                  <a:lnTo>
                    <a:pt x="6716448" y="12813"/>
                  </a:lnTo>
                  <a:lnTo>
                    <a:pt x="6765248" y="14531"/>
                  </a:lnTo>
                  <a:lnTo>
                    <a:pt x="6814680" y="16665"/>
                  </a:lnTo>
                  <a:lnTo>
                    <a:pt x="6864750" y="19219"/>
                  </a:lnTo>
                  <a:lnTo>
                    <a:pt x="6908479" y="32805"/>
                  </a:lnTo>
                  <a:lnTo>
                    <a:pt x="6959843" y="36211"/>
                  </a:lnTo>
                  <a:lnTo>
                    <a:pt x="7004881" y="50657"/>
                  </a:lnTo>
                  <a:lnTo>
                    <a:pt x="7057564" y="54932"/>
                  </a:lnTo>
                  <a:lnTo>
                    <a:pt x="7247122" y="118911"/>
                  </a:lnTo>
                  <a:lnTo>
                    <a:pt x="7296232" y="136039"/>
                  </a:lnTo>
                  <a:lnTo>
                    <a:pt x="7343228" y="151774"/>
                  </a:lnTo>
                  <a:close/>
                </a:path>
                <a:path w="8461375" h="8232140">
                  <a:moveTo>
                    <a:pt x="7471038" y="220716"/>
                  </a:moveTo>
                  <a:lnTo>
                    <a:pt x="7885073" y="493308"/>
                  </a:lnTo>
                  <a:lnTo>
                    <a:pt x="7920027" y="531526"/>
                  </a:lnTo>
                  <a:lnTo>
                    <a:pt x="7423665" y="204732"/>
                  </a:lnTo>
                  <a:lnTo>
                    <a:pt x="7471038" y="220716"/>
                  </a:lnTo>
                  <a:close/>
                </a:path>
              </a:pathLst>
            </a:custGeom>
            <a:solidFill>
              <a:srgbClr val="E3D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038014" y="2379"/>
              <a:ext cx="7249795" cy="9156700"/>
            </a:xfrm>
            <a:custGeom>
              <a:avLst/>
              <a:gdLst/>
              <a:ahLst/>
              <a:cxnLst/>
              <a:rect l="l" t="t" r="r" b="b"/>
              <a:pathLst>
                <a:path w="7249794" h="9156700">
                  <a:moveTo>
                    <a:pt x="5773244" y="9063881"/>
                  </a:moveTo>
                  <a:lnTo>
                    <a:pt x="6345690" y="9147505"/>
                  </a:lnTo>
                  <a:lnTo>
                    <a:pt x="6295178" y="9152961"/>
                  </a:lnTo>
                  <a:lnTo>
                    <a:pt x="5818869" y="9083381"/>
                  </a:lnTo>
                  <a:lnTo>
                    <a:pt x="5773244" y="9063881"/>
                  </a:lnTo>
                  <a:close/>
                </a:path>
                <a:path w="7249794" h="9156700">
                  <a:moveTo>
                    <a:pt x="5680376" y="9037480"/>
                  </a:moveTo>
                  <a:lnTo>
                    <a:pt x="6444452" y="9149097"/>
                  </a:lnTo>
                  <a:lnTo>
                    <a:pt x="6394226" y="9154595"/>
                  </a:lnTo>
                  <a:lnTo>
                    <a:pt x="5725850" y="9056958"/>
                  </a:lnTo>
                  <a:lnTo>
                    <a:pt x="5680376" y="9037480"/>
                  </a:lnTo>
                  <a:close/>
                </a:path>
                <a:path w="7249794" h="9156700">
                  <a:moveTo>
                    <a:pt x="7249636" y="0"/>
                  </a:moveTo>
                  <a:lnTo>
                    <a:pt x="7248406" y="9061183"/>
                  </a:lnTo>
                  <a:lnTo>
                    <a:pt x="7224428" y="9057680"/>
                  </a:lnTo>
                  <a:lnTo>
                    <a:pt x="7175338" y="9076179"/>
                  </a:lnTo>
                  <a:lnTo>
                    <a:pt x="7080170" y="9087946"/>
                  </a:lnTo>
                  <a:lnTo>
                    <a:pt x="7030430" y="9106350"/>
                  </a:lnTo>
                  <a:lnTo>
                    <a:pt x="6640138" y="9152014"/>
                  </a:lnTo>
                  <a:lnTo>
                    <a:pt x="6592376" y="9145037"/>
                  </a:lnTo>
                  <a:lnTo>
                    <a:pt x="6492693" y="9156144"/>
                  </a:lnTo>
                  <a:lnTo>
                    <a:pt x="5633166" y="9030584"/>
                  </a:lnTo>
                  <a:lnTo>
                    <a:pt x="5587909" y="9011138"/>
                  </a:lnTo>
                  <a:lnTo>
                    <a:pt x="5540949" y="9004278"/>
                  </a:lnTo>
                  <a:lnTo>
                    <a:pt x="5143523" y="8830708"/>
                  </a:lnTo>
                  <a:lnTo>
                    <a:pt x="5102465" y="8799041"/>
                  </a:lnTo>
                  <a:lnTo>
                    <a:pt x="5017635" y="8760979"/>
                  </a:lnTo>
                  <a:lnTo>
                    <a:pt x="4977566" y="8729456"/>
                  </a:lnTo>
                  <a:lnTo>
                    <a:pt x="4936023" y="8710553"/>
                  </a:lnTo>
                  <a:lnTo>
                    <a:pt x="4857762" y="8647781"/>
                  </a:lnTo>
                  <a:lnTo>
                    <a:pt x="4817404" y="8629051"/>
                  </a:lnTo>
                  <a:lnTo>
                    <a:pt x="4741660" y="8566647"/>
                  </a:lnTo>
                  <a:lnTo>
                    <a:pt x="4667756" y="8504512"/>
                  </a:lnTo>
                  <a:lnTo>
                    <a:pt x="4595826" y="8442665"/>
                  </a:lnTo>
                  <a:lnTo>
                    <a:pt x="4525998" y="8381125"/>
                  </a:lnTo>
                  <a:lnTo>
                    <a:pt x="4491914" y="8350477"/>
                  </a:lnTo>
                  <a:lnTo>
                    <a:pt x="4460241" y="8307345"/>
                  </a:lnTo>
                  <a:lnTo>
                    <a:pt x="4427323" y="8276867"/>
                  </a:lnTo>
                  <a:lnTo>
                    <a:pt x="4395013" y="8246478"/>
                  </a:lnTo>
                  <a:lnTo>
                    <a:pt x="4365162" y="8203613"/>
                  </a:lnTo>
                  <a:lnTo>
                    <a:pt x="4334117" y="8173408"/>
                  </a:lnTo>
                  <a:lnTo>
                    <a:pt x="4305563" y="8130732"/>
                  </a:lnTo>
                  <a:lnTo>
                    <a:pt x="4275848" y="8100722"/>
                  </a:lnTo>
                  <a:lnTo>
                    <a:pt x="4248657" y="8058245"/>
                  </a:lnTo>
                  <a:lnTo>
                    <a:pt x="4222172" y="8015872"/>
                  </a:lnTo>
                  <a:lnTo>
                    <a:pt x="4196410" y="7973604"/>
                  </a:lnTo>
                  <a:lnTo>
                    <a:pt x="4169550" y="7944011"/>
                  </a:lnTo>
                  <a:lnTo>
                    <a:pt x="4145281" y="7901961"/>
                  </a:lnTo>
                  <a:lnTo>
                    <a:pt x="4121783" y="7860024"/>
                  </a:lnTo>
                  <a:lnTo>
                    <a:pt x="4099073" y="7818203"/>
                  </a:lnTo>
                  <a:lnTo>
                    <a:pt x="4077167" y="7776498"/>
                  </a:lnTo>
                  <a:lnTo>
                    <a:pt x="4056081" y="7734914"/>
                  </a:lnTo>
                  <a:lnTo>
                    <a:pt x="4035833" y="7693451"/>
                  </a:lnTo>
                  <a:lnTo>
                    <a:pt x="4018273" y="7639547"/>
                  </a:lnTo>
                  <a:lnTo>
                    <a:pt x="3999746" y="7598336"/>
                  </a:lnTo>
                  <a:lnTo>
                    <a:pt x="3982106" y="7557255"/>
                  </a:lnTo>
                  <a:lnTo>
                    <a:pt x="3965368" y="7516305"/>
                  </a:lnTo>
                  <a:lnTo>
                    <a:pt x="3950721" y="7462827"/>
                  </a:lnTo>
                  <a:lnTo>
                    <a:pt x="3935261" y="7422064"/>
                  </a:lnTo>
                  <a:lnTo>
                    <a:pt x="3922633" y="7368880"/>
                  </a:lnTo>
                  <a:lnTo>
                    <a:pt x="3909136" y="7328404"/>
                  </a:lnTo>
                  <a:lnTo>
                    <a:pt x="3898415" y="7275498"/>
                  </a:lnTo>
                  <a:lnTo>
                    <a:pt x="3888607" y="7222727"/>
                  </a:lnTo>
                  <a:lnTo>
                    <a:pt x="3877848" y="7182650"/>
                  </a:lnTo>
                  <a:lnTo>
                    <a:pt x="3869782" y="7130133"/>
                  </a:lnTo>
                  <a:lnTo>
                    <a:pt x="3862546" y="7077737"/>
                  </a:lnTo>
                  <a:lnTo>
                    <a:pt x="3854277" y="7038025"/>
                  </a:lnTo>
                  <a:lnTo>
                    <a:pt x="3848619" y="6985859"/>
                  </a:lnTo>
                  <a:lnTo>
                    <a:pt x="3843707" y="6933802"/>
                  </a:lnTo>
                  <a:lnTo>
                    <a:pt x="3837680" y="6894417"/>
                  </a:lnTo>
                  <a:lnTo>
                    <a:pt x="3834180" y="6842567"/>
                  </a:lnTo>
                  <a:lnTo>
                    <a:pt x="3831346" y="6790814"/>
                  </a:lnTo>
                  <a:lnTo>
                    <a:pt x="3829148" y="6739153"/>
                  </a:lnTo>
                  <a:lnTo>
                    <a:pt x="3827559" y="6687582"/>
                  </a:lnTo>
                  <a:lnTo>
                    <a:pt x="3824717" y="6648663"/>
                  </a:lnTo>
                  <a:lnTo>
                    <a:pt x="3824265" y="6597257"/>
                  </a:lnTo>
                  <a:lnTo>
                    <a:pt x="3824339" y="6545929"/>
                  </a:lnTo>
                  <a:lnTo>
                    <a:pt x="3824913" y="6494674"/>
                  </a:lnTo>
                  <a:lnTo>
                    <a:pt x="3825958" y="6443487"/>
                  </a:lnTo>
                  <a:lnTo>
                    <a:pt x="3827448" y="6392366"/>
                  </a:lnTo>
                  <a:lnTo>
                    <a:pt x="3829354" y="6341305"/>
                  </a:lnTo>
                  <a:lnTo>
                    <a:pt x="3831649" y="6290301"/>
                  </a:lnTo>
                  <a:lnTo>
                    <a:pt x="3832470" y="6251917"/>
                  </a:lnTo>
                  <a:lnTo>
                    <a:pt x="3835460" y="6201014"/>
                  </a:lnTo>
                  <a:lnTo>
                    <a:pt x="3838756" y="6150157"/>
                  </a:lnTo>
                  <a:lnTo>
                    <a:pt x="3842332" y="6099340"/>
                  </a:lnTo>
                  <a:lnTo>
                    <a:pt x="3846158" y="6048560"/>
                  </a:lnTo>
                  <a:lnTo>
                    <a:pt x="3850208" y="5997812"/>
                  </a:lnTo>
                  <a:lnTo>
                    <a:pt x="3854455" y="5947093"/>
                  </a:lnTo>
                  <a:lnTo>
                    <a:pt x="3858869" y="5896399"/>
                  </a:lnTo>
                  <a:lnTo>
                    <a:pt x="3863425" y="5845725"/>
                  </a:lnTo>
                  <a:lnTo>
                    <a:pt x="3868094" y="5795068"/>
                  </a:lnTo>
                  <a:lnTo>
                    <a:pt x="3872849" y="5744423"/>
                  </a:lnTo>
                  <a:lnTo>
                    <a:pt x="3877662" y="5693787"/>
                  </a:lnTo>
                  <a:lnTo>
                    <a:pt x="3887353" y="5592525"/>
                  </a:lnTo>
                  <a:lnTo>
                    <a:pt x="3890339" y="5554457"/>
                  </a:lnTo>
                  <a:lnTo>
                    <a:pt x="3895110" y="5503814"/>
                  </a:lnTo>
                  <a:lnTo>
                    <a:pt x="3899801" y="5453160"/>
                  </a:lnTo>
                  <a:lnTo>
                    <a:pt x="3904385" y="5402491"/>
                  </a:lnTo>
                  <a:lnTo>
                    <a:pt x="3908834" y="5351802"/>
                  </a:lnTo>
                  <a:lnTo>
                    <a:pt x="3913121" y="5301089"/>
                  </a:lnTo>
                  <a:lnTo>
                    <a:pt x="3917155" y="5250339"/>
                  </a:lnTo>
                  <a:lnTo>
                    <a:pt x="3920851" y="5199540"/>
                  </a:lnTo>
                  <a:lnTo>
                    <a:pt x="3924189" y="5148688"/>
                  </a:lnTo>
                  <a:lnTo>
                    <a:pt x="3927148" y="5097781"/>
                  </a:lnTo>
                  <a:lnTo>
                    <a:pt x="3929710" y="5046816"/>
                  </a:lnTo>
                  <a:lnTo>
                    <a:pt x="3931855" y="4995790"/>
                  </a:lnTo>
                  <a:lnTo>
                    <a:pt x="3931727" y="4957267"/>
                  </a:lnTo>
                  <a:lnTo>
                    <a:pt x="3932978" y="4906111"/>
                  </a:lnTo>
                  <a:lnTo>
                    <a:pt x="3933753" y="4854885"/>
                  </a:lnTo>
                  <a:lnTo>
                    <a:pt x="3934031" y="4803586"/>
                  </a:lnTo>
                  <a:lnTo>
                    <a:pt x="3933794" y="4752213"/>
                  </a:lnTo>
                  <a:lnTo>
                    <a:pt x="3933021" y="4700761"/>
                  </a:lnTo>
                  <a:lnTo>
                    <a:pt x="3931694" y="4649227"/>
                  </a:lnTo>
                  <a:lnTo>
                    <a:pt x="3929791" y="4597610"/>
                  </a:lnTo>
                  <a:lnTo>
                    <a:pt x="3927294" y="4545906"/>
                  </a:lnTo>
                  <a:lnTo>
                    <a:pt x="3924182" y="4494113"/>
                  </a:lnTo>
                  <a:lnTo>
                    <a:pt x="3920437" y="4442226"/>
                  </a:lnTo>
                  <a:lnTo>
                    <a:pt x="3914202" y="4402811"/>
                  </a:lnTo>
                  <a:lnTo>
                    <a:pt x="3909130" y="4350731"/>
                  </a:lnTo>
                  <a:lnTo>
                    <a:pt x="3903364" y="4298550"/>
                  </a:lnTo>
                  <a:lnTo>
                    <a:pt x="3896886" y="4246264"/>
                  </a:lnTo>
                  <a:lnTo>
                    <a:pt x="3889675" y="4193872"/>
                  </a:lnTo>
                  <a:lnTo>
                    <a:pt x="3879877" y="4153936"/>
                  </a:lnTo>
                  <a:lnTo>
                    <a:pt x="3871142" y="4101321"/>
                  </a:lnTo>
                  <a:lnTo>
                    <a:pt x="3861616" y="4048590"/>
                  </a:lnTo>
                  <a:lnTo>
                    <a:pt x="3849442" y="4008307"/>
                  </a:lnTo>
                  <a:lnTo>
                    <a:pt x="3838274" y="3955337"/>
                  </a:lnTo>
                  <a:lnTo>
                    <a:pt x="3824419" y="3914808"/>
                  </a:lnTo>
                  <a:lnTo>
                    <a:pt x="3811530" y="3861586"/>
                  </a:lnTo>
                  <a:lnTo>
                    <a:pt x="3795914" y="3820801"/>
                  </a:lnTo>
                  <a:lnTo>
                    <a:pt x="3781225" y="3767316"/>
                  </a:lnTo>
                  <a:lnTo>
                    <a:pt x="3763771" y="3726262"/>
                  </a:lnTo>
                  <a:lnTo>
                    <a:pt x="3745367" y="3685069"/>
                  </a:lnTo>
                  <a:lnTo>
                    <a:pt x="3727831" y="3631168"/>
                  </a:lnTo>
                  <a:lnTo>
                    <a:pt x="3707470" y="3589689"/>
                  </a:lnTo>
                  <a:lnTo>
                    <a:pt x="3686101" y="3548063"/>
                  </a:lnTo>
                  <a:lnTo>
                    <a:pt x="3663704" y="3506287"/>
                  </a:lnTo>
                  <a:lnTo>
                    <a:pt x="3640259" y="3464358"/>
                  </a:lnTo>
                  <a:lnTo>
                    <a:pt x="3615747" y="3422273"/>
                  </a:lnTo>
                  <a:lnTo>
                    <a:pt x="3590148" y="3380029"/>
                  </a:lnTo>
                  <a:lnTo>
                    <a:pt x="3563442" y="3337623"/>
                  </a:lnTo>
                  <a:lnTo>
                    <a:pt x="3535610" y="3295053"/>
                  </a:lnTo>
                  <a:lnTo>
                    <a:pt x="3504796" y="3264882"/>
                  </a:lnTo>
                  <a:lnTo>
                    <a:pt x="3474652" y="3221974"/>
                  </a:lnTo>
                  <a:lnTo>
                    <a:pt x="3441486" y="3191460"/>
                  </a:lnTo>
                  <a:lnTo>
                    <a:pt x="3409826" y="3148331"/>
                  </a:lnTo>
                  <a:lnTo>
                    <a:pt x="3375687" y="3117674"/>
                  </a:lnTo>
                  <a:lnTo>
                    <a:pt x="3340925" y="3086926"/>
                  </a:lnTo>
                  <a:lnTo>
                    <a:pt x="3307394" y="3043524"/>
                  </a:lnTo>
                  <a:lnTo>
                    <a:pt x="3271442" y="3012602"/>
                  </a:lnTo>
                  <a:lnTo>
                    <a:pt x="3233088" y="2994164"/>
                  </a:lnTo>
                  <a:lnTo>
                    <a:pt x="3158431" y="2931919"/>
                  </a:lnTo>
                  <a:lnTo>
                    <a:pt x="3120331" y="2900684"/>
                  </a:lnTo>
                  <a:lnTo>
                    <a:pt x="3079907" y="2881944"/>
                  </a:lnTo>
                  <a:lnTo>
                    <a:pt x="3040848" y="2850569"/>
                  </a:lnTo>
                  <a:lnTo>
                    <a:pt x="2999503" y="2831694"/>
                  </a:lnTo>
                  <a:lnTo>
                    <a:pt x="2959563" y="2800190"/>
                  </a:lnTo>
                  <a:lnTo>
                    <a:pt x="2917376" y="2781193"/>
                  </a:lnTo>
                  <a:lnTo>
                    <a:pt x="2876631" y="2749571"/>
                  </a:lnTo>
                  <a:lnTo>
                    <a:pt x="2387841" y="2536985"/>
                  </a:lnTo>
                  <a:lnTo>
                    <a:pt x="2340216" y="2530028"/>
                  </a:lnTo>
                  <a:lnTo>
                    <a:pt x="2155825" y="2451753"/>
                  </a:lnTo>
                  <a:lnTo>
                    <a:pt x="2107680" y="2444720"/>
                  </a:lnTo>
                  <a:lnTo>
                    <a:pt x="1968553" y="2385892"/>
                  </a:lnTo>
                  <a:lnTo>
                    <a:pt x="1920340" y="2378849"/>
                  </a:lnTo>
                  <a:lnTo>
                    <a:pt x="1735330" y="2300483"/>
                  </a:lnTo>
                  <a:lnTo>
                    <a:pt x="1687464" y="2293491"/>
                  </a:lnTo>
                  <a:lnTo>
                    <a:pt x="1325416" y="2137924"/>
                  </a:lnTo>
                  <a:lnTo>
                    <a:pt x="1283059" y="2106067"/>
                  </a:lnTo>
                  <a:lnTo>
                    <a:pt x="1195594" y="2067620"/>
                  </a:lnTo>
                  <a:lnTo>
                    <a:pt x="1154196" y="2035903"/>
                  </a:lnTo>
                  <a:lnTo>
                    <a:pt x="1111321" y="2016805"/>
                  </a:lnTo>
                  <a:lnTo>
                    <a:pt x="1070659" y="1985196"/>
                  </a:lnTo>
                  <a:lnTo>
                    <a:pt x="1028558" y="1966211"/>
                  </a:lnTo>
                  <a:lnTo>
                    <a:pt x="948525" y="1903180"/>
                  </a:lnTo>
                  <a:lnTo>
                    <a:pt x="907455" y="1884346"/>
                  </a:lnTo>
                  <a:lnTo>
                    <a:pt x="830616" y="1821782"/>
                  </a:lnTo>
                  <a:lnTo>
                    <a:pt x="756046" y="1759549"/>
                  </a:lnTo>
                  <a:lnTo>
                    <a:pt x="721482" y="1715996"/>
                  </a:lnTo>
                  <a:lnTo>
                    <a:pt x="685691" y="1685098"/>
                  </a:lnTo>
                  <a:lnTo>
                    <a:pt x="650522" y="1654291"/>
                  </a:lnTo>
                  <a:lnTo>
                    <a:pt x="617826" y="1611010"/>
                  </a:lnTo>
                  <a:lnTo>
                    <a:pt x="583943" y="1580391"/>
                  </a:lnTo>
                  <a:lnTo>
                    <a:pt x="552561" y="1537302"/>
                  </a:lnTo>
                  <a:lnTo>
                    <a:pt x="520021" y="1506879"/>
                  </a:lnTo>
                  <a:lnTo>
                    <a:pt x="490008" y="1463991"/>
                  </a:lnTo>
                  <a:lnTo>
                    <a:pt x="460702" y="1421205"/>
                  </a:lnTo>
                  <a:lnTo>
                    <a:pt x="430278" y="1391091"/>
                  </a:lnTo>
                  <a:lnTo>
                    <a:pt x="402424" y="1348518"/>
                  </a:lnTo>
                  <a:lnTo>
                    <a:pt x="375318" y="1306054"/>
                  </a:lnTo>
                  <a:lnTo>
                    <a:pt x="348972" y="1263701"/>
                  </a:lnTo>
                  <a:lnTo>
                    <a:pt x="323402" y="1221461"/>
                  </a:lnTo>
                  <a:lnTo>
                    <a:pt x="298620" y="1179336"/>
                  </a:lnTo>
                  <a:lnTo>
                    <a:pt x="274641" y="1137329"/>
                  </a:lnTo>
                  <a:lnTo>
                    <a:pt x="251479" y="1095441"/>
                  </a:lnTo>
                  <a:lnTo>
                    <a:pt x="229147" y="1053675"/>
                  </a:lnTo>
                  <a:lnTo>
                    <a:pt x="209495" y="999465"/>
                  </a:lnTo>
                  <a:lnTo>
                    <a:pt x="188865" y="957947"/>
                  </a:lnTo>
                  <a:lnTo>
                    <a:pt x="169108" y="916556"/>
                  </a:lnTo>
                  <a:lnTo>
                    <a:pt x="152072" y="862728"/>
                  </a:lnTo>
                  <a:lnTo>
                    <a:pt x="134101" y="821599"/>
                  </a:lnTo>
                  <a:lnTo>
                    <a:pt x="117042" y="780602"/>
                  </a:lnTo>
                  <a:lnTo>
                    <a:pt x="102748" y="727175"/>
                  </a:lnTo>
                  <a:lnTo>
                    <a:pt x="87558" y="686452"/>
                  </a:lnTo>
                  <a:lnTo>
                    <a:pt x="75160" y="633301"/>
                  </a:lnTo>
                  <a:lnTo>
                    <a:pt x="61895" y="592859"/>
                  </a:lnTo>
                  <a:lnTo>
                    <a:pt x="51449" y="539994"/>
                  </a:lnTo>
                  <a:lnTo>
                    <a:pt x="42000" y="487275"/>
                  </a:lnTo>
                  <a:lnTo>
                    <a:pt x="31725" y="447269"/>
                  </a:lnTo>
                  <a:lnTo>
                    <a:pt x="24311" y="394847"/>
                  </a:lnTo>
                  <a:lnTo>
                    <a:pt x="17936" y="342577"/>
                  </a:lnTo>
                  <a:lnTo>
                    <a:pt x="12612" y="290460"/>
                  </a:lnTo>
                  <a:lnTo>
                    <a:pt x="6519" y="251065"/>
                  </a:lnTo>
                  <a:lnTo>
                    <a:pt x="3342" y="199262"/>
                  </a:lnTo>
                  <a:lnTo>
                    <a:pt x="1260" y="147619"/>
                  </a:lnTo>
                  <a:lnTo>
                    <a:pt x="277" y="96136"/>
                  </a:lnTo>
                  <a:lnTo>
                    <a:pt x="386" y="44813"/>
                  </a:lnTo>
                  <a:lnTo>
                    <a:pt x="0" y="6252"/>
                  </a:lnTo>
                  <a:lnTo>
                    <a:pt x="7249636" y="0"/>
                  </a:lnTo>
                  <a:close/>
                </a:path>
              </a:pathLst>
            </a:custGeom>
            <a:solidFill>
              <a:srgbClr val="253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01790" y="8428"/>
              <a:ext cx="7785100" cy="8679815"/>
            </a:xfrm>
            <a:custGeom>
              <a:avLst/>
              <a:gdLst/>
              <a:ahLst/>
              <a:cxnLst/>
              <a:rect l="l" t="t" r="r" b="b"/>
              <a:pathLst>
                <a:path w="7785100" h="8679815">
                  <a:moveTo>
                    <a:pt x="6041774" y="8586794"/>
                  </a:moveTo>
                  <a:lnTo>
                    <a:pt x="6579512" y="8665347"/>
                  </a:lnTo>
                  <a:lnTo>
                    <a:pt x="6528799" y="8670774"/>
                  </a:lnTo>
                  <a:lnTo>
                    <a:pt x="6088667" y="8606479"/>
                  </a:lnTo>
                  <a:lnTo>
                    <a:pt x="6041774" y="8586794"/>
                  </a:lnTo>
                  <a:close/>
                </a:path>
                <a:path w="7785100" h="8679815">
                  <a:moveTo>
                    <a:pt x="7784551" y="8443502"/>
                  </a:moveTo>
                  <a:lnTo>
                    <a:pt x="7784893" y="8507726"/>
                  </a:lnTo>
                  <a:lnTo>
                    <a:pt x="7759913" y="8516912"/>
                  </a:lnTo>
                  <a:lnTo>
                    <a:pt x="7712771" y="8522860"/>
                  </a:lnTo>
                  <a:lnTo>
                    <a:pt x="7664067" y="8541415"/>
                  </a:lnTo>
                  <a:lnTo>
                    <a:pt x="7616910" y="8547361"/>
                  </a:lnTo>
                  <a:lnTo>
                    <a:pt x="7567640" y="8565833"/>
                  </a:lnTo>
                  <a:lnTo>
                    <a:pt x="7519939" y="8571699"/>
                  </a:lnTo>
                  <a:lnTo>
                    <a:pt x="7470147" y="8590095"/>
                  </a:lnTo>
                  <a:lnTo>
                    <a:pt x="7421947" y="8595889"/>
                  </a:lnTo>
                  <a:lnTo>
                    <a:pt x="7371677" y="8614215"/>
                  </a:lnTo>
                  <a:lnTo>
                    <a:pt x="6826660" y="8675781"/>
                  </a:lnTo>
                  <a:lnTo>
                    <a:pt x="6778123" y="8668691"/>
                  </a:lnTo>
                  <a:lnTo>
                    <a:pt x="6677117" y="8679605"/>
                  </a:lnTo>
                  <a:lnTo>
                    <a:pt x="5993121" y="8579686"/>
                  </a:lnTo>
                  <a:lnTo>
                    <a:pt x="5946391" y="8560025"/>
                  </a:lnTo>
                  <a:lnTo>
                    <a:pt x="5897923" y="8552945"/>
                  </a:lnTo>
                  <a:lnTo>
                    <a:pt x="5804994" y="8513700"/>
                  </a:lnTo>
                  <a:lnTo>
                    <a:pt x="6432746" y="8605403"/>
                  </a:lnTo>
                  <a:lnTo>
                    <a:pt x="6483436" y="8599973"/>
                  </a:lnTo>
                  <a:lnTo>
                    <a:pt x="6580973" y="8614221"/>
                  </a:lnTo>
                  <a:lnTo>
                    <a:pt x="6631475" y="8608764"/>
                  </a:lnTo>
                  <a:lnTo>
                    <a:pt x="6680062" y="8615862"/>
                  </a:lnTo>
                  <a:lnTo>
                    <a:pt x="6730398" y="8610380"/>
                  </a:lnTo>
                  <a:lnTo>
                    <a:pt x="6778803" y="8617451"/>
                  </a:lnTo>
                  <a:lnTo>
                    <a:pt x="6928873" y="8600869"/>
                  </a:lnTo>
                  <a:lnTo>
                    <a:pt x="6976816" y="8607872"/>
                  </a:lnTo>
                  <a:lnTo>
                    <a:pt x="7174490" y="8585410"/>
                  </a:lnTo>
                  <a:lnTo>
                    <a:pt x="7225344" y="8567169"/>
                  </a:lnTo>
                  <a:lnTo>
                    <a:pt x="7371305" y="8549987"/>
                  </a:lnTo>
                  <a:lnTo>
                    <a:pt x="7421404" y="8531636"/>
                  </a:lnTo>
                  <a:lnTo>
                    <a:pt x="7469457" y="8525821"/>
                  </a:lnTo>
                  <a:lnTo>
                    <a:pt x="7519129" y="8507407"/>
                  </a:lnTo>
                  <a:lnTo>
                    <a:pt x="7566740" y="8501527"/>
                  </a:lnTo>
                  <a:lnTo>
                    <a:pt x="7615953" y="8483047"/>
                  </a:lnTo>
                  <a:lnTo>
                    <a:pt x="7663089" y="8477098"/>
                  </a:lnTo>
                  <a:lnTo>
                    <a:pt x="7711811" y="8458546"/>
                  </a:lnTo>
                  <a:lnTo>
                    <a:pt x="7758439" y="8452522"/>
                  </a:lnTo>
                  <a:lnTo>
                    <a:pt x="7784551" y="8443502"/>
                  </a:lnTo>
                  <a:close/>
                </a:path>
                <a:path w="7785100" h="8679815">
                  <a:moveTo>
                    <a:pt x="3107420" y="2318309"/>
                  </a:moveTo>
                  <a:lnTo>
                    <a:pt x="3523933" y="2379154"/>
                  </a:lnTo>
                  <a:lnTo>
                    <a:pt x="3845867" y="2516026"/>
                  </a:lnTo>
                  <a:lnTo>
                    <a:pt x="3889114" y="2548013"/>
                  </a:lnTo>
                  <a:lnTo>
                    <a:pt x="3978283" y="2586709"/>
                  </a:lnTo>
                  <a:lnTo>
                    <a:pt x="4020472" y="2618541"/>
                  </a:lnTo>
                  <a:lnTo>
                    <a:pt x="4064081" y="2637747"/>
                  </a:lnTo>
                  <a:lnTo>
                    <a:pt x="4105408" y="2669453"/>
                  </a:lnTo>
                  <a:lnTo>
                    <a:pt x="4148092" y="2688523"/>
                  </a:lnTo>
                  <a:lnTo>
                    <a:pt x="4228228" y="2751569"/>
                  </a:lnTo>
                  <a:lnTo>
                    <a:pt x="4306074" y="2814280"/>
                  </a:lnTo>
                  <a:lnTo>
                    <a:pt x="4381379" y="2876620"/>
                  </a:lnTo>
                  <a:lnTo>
                    <a:pt x="4418000" y="2907639"/>
                  </a:lnTo>
                  <a:lnTo>
                    <a:pt x="4453892" y="2938552"/>
                  </a:lnTo>
                  <a:lnTo>
                    <a:pt x="4489023" y="2969353"/>
                  </a:lnTo>
                  <a:lnTo>
                    <a:pt x="4521526" y="3012606"/>
                  </a:lnTo>
                  <a:lnTo>
                    <a:pt x="4555041" y="3043171"/>
                  </a:lnTo>
                  <a:lnTo>
                    <a:pt x="4585866" y="3086178"/>
                  </a:lnTo>
                  <a:lnTo>
                    <a:pt x="4615804" y="3129056"/>
                  </a:lnTo>
                  <a:lnTo>
                    <a:pt x="4646659" y="3159233"/>
                  </a:lnTo>
                  <a:lnTo>
                    <a:pt x="4674730" y="3201838"/>
                  </a:lnTo>
                  <a:lnTo>
                    <a:pt x="4701820" y="3244300"/>
                  </a:lnTo>
                  <a:lnTo>
                    <a:pt x="4727898" y="3286614"/>
                  </a:lnTo>
                  <a:lnTo>
                    <a:pt x="4751097" y="3341342"/>
                  </a:lnTo>
                  <a:lnTo>
                    <a:pt x="4774987" y="3383336"/>
                  </a:lnTo>
                  <a:lnTo>
                    <a:pt x="4797293" y="3425099"/>
                  </a:lnTo>
                  <a:lnTo>
                    <a:pt x="4818055" y="3466636"/>
                  </a:lnTo>
                  <a:lnTo>
                    <a:pt x="4835476" y="3520520"/>
                  </a:lnTo>
                  <a:lnTo>
                    <a:pt x="4853267" y="3561624"/>
                  </a:lnTo>
                  <a:lnTo>
                    <a:pt x="4867795" y="3615085"/>
                  </a:lnTo>
                  <a:lnTo>
                    <a:pt x="4882771" y="3655777"/>
                  </a:lnTo>
                  <a:lnTo>
                    <a:pt x="4894563" y="3708839"/>
                  </a:lnTo>
                  <a:lnTo>
                    <a:pt x="4905045" y="3761709"/>
                  </a:lnTo>
                  <a:lnTo>
                    <a:pt x="4916093" y="3801828"/>
                  </a:lnTo>
                  <a:lnTo>
                    <a:pt x="4924075" y="3854333"/>
                  </a:lnTo>
                  <a:lnTo>
                    <a:pt x="4930864" y="3906664"/>
                  </a:lnTo>
                  <a:lnTo>
                    <a:pt x="4938336" y="3946260"/>
                  </a:lnTo>
                  <a:lnTo>
                    <a:pt x="4942860" y="3998260"/>
                  </a:lnTo>
                  <a:lnTo>
                    <a:pt x="4946308" y="4050103"/>
                  </a:lnTo>
                  <a:lnTo>
                    <a:pt x="4948722" y="4101794"/>
                  </a:lnTo>
                  <a:lnTo>
                    <a:pt x="4950139" y="4153341"/>
                  </a:lnTo>
                  <a:lnTo>
                    <a:pt x="4952436" y="4192180"/>
                  </a:lnTo>
                  <a:lnTo>
                    <a:pt x="4951979" y="4243453"/>
                  </a:lnTo>
                  <a:lnTo>
                    <a:pt x="4950643" y="4294597"/>
                  </a:lnTo>
                  <a:lnTo>
                    <a:pt x="4948468" y="4345618"/>
                  </a:lnTo>
                  <a:lnTo>
                    <a:pt x="4945493" y="4396523"/>
                  </a:lnTo>
                  <a:lnTo>
                    <a:pt x="4941756" y="4447316"/>
                  </a:lnTo>
                  <a:lnTo>
                    <a:pt x="4937298" y="4498004"/>
                  </a:lnTo>
                  <a:lnTo>
                    <a:pt x="4932157" y="4548592"/>
                  </a:lnTo>
                  <a:lnTo>
                    <a:pt x="4926373" y="4599086"/>
                  </a:lnTo>
                  <a:lnTo>
                    <a:pt x="4919984" y="4649492"/>
                  </a:lnTo>
                  <a:lnTo>
                    <a:pt x="4914768" y="4687235"/>
                  </a:lnTo>
                  <a:lnTo>
                    <a:pt x="4905549" y="4750062"/>
                  </a:lnTo>
                  <a:lnTo>
                    <a:pt x="4897582" y="4800237"/>
                  </a:lnTo>
                  <a:lnTo>
                    <a:pt x="4889167" y="4850347"/>
                  </a:lnTo>
                  <a:lnTo>
                    <a:pt x="4880343" y="4900397"/>
                  </a:lnTo>
                  <a:lnTo>
                    <a:pt x="4872986" y="4937827"/>
                  </a:lnTo>
                  <a:lnTo>
                    <a:pt x="4863463" y="4987775"/>
                  </a:lnTo>
                  <a:lnTo>
                    <a:pt x="4853649" y="5037681"/>
                  </a:lnTo>
                  <a:lnTo>
                    <a:pt x="4843583" y="5087549"/>
                  </a:lnTo>
                  <a:lnTo>
                    <a:pt x="4833304" y="5137387"/>
                  </a:lnTo>
                  <a:lnTo>
                    <a:pt x="4822815" y="5187194"/>
                  </a:lnTo>
                  <a:lnTo>
                    <a:pt x="4812111" y="5236969"/>
                  </a:lnTo>
                  <a:lnTo>
                    <a:pt x="4801227" y="5286719"/>
                  </a:lnTo>
                  <a:lnTo>
                    <a:pt x="4792035" y="5323880"/>
                  </a:lnTo>
                  <a:lnTo>
                    <a:pt x="4780902" y="5373593"/>
                  </a:lnTo>
                  <a:lnTo>
                    <a:pt x="4769698" y="5423295"/>
                  </a:lnTo>
                  <a:lnTo>
                    <a:pt x="4747227" y="5522691"/>
                  </a:lnTo>
                  <a:lnTo>
                    <a:pt x="4736033" y="5572395"/>
                  </a:lnTo>
                  <a:lnTo>
                    <a:pt x="4724915" y="5622110"/>
                  </a:lnTo>
                  <a:lnTo>
                    <a:pt x="4713910" y="5671842"/>
                  </a:lnTo>
                  <a:lnTo>
                    <a:pt x="4703054" y="5721595"/>
                  </a:lnTo>
                  <a:lnTo>
                    <a:pt x="4692384" y="5771375"/>
                  </a:lnTo>
                  <a:lnTo>
                    <a:pt x="4681936" y="5821188"/>
                  </a:lnTo>
                  <a:lnTo>
                    <a:pt x="4671747" y="5871039"/>
                  </a:lnTo>
                  <a:lnTo>
                    <a:pt x="4663689" y="5908366"/>
                  </a:lnTo>
                  <a:lnTo>
                    <a:pt x="4654128" y="5958309"/>
                  </a:lnTo>
                  <a:lnTo>
                    <a:pt x="4644935" y="6008305"/>
                  </a:lnTo>
                  <a:lnTo>
                    <a:pt x="4636147" y="6058361"/>
                  </a:lnTo>
                  <a:lnTo>
                    <a:pt x="4627801" y="6108481"/>
                  </a:lnTo>
                  <a:lnTo>
                    <a:pt x="4619933" y="6158670"/>
                  </a:lnTo>
                  <a:lnTo>
                    <a:pt x="4612579" y="6208935"/>
                  </a:lnTo>
                  <a:lnTo>
                    <a:pt x="4605777" y="6259281"/>
                  </a:lnTo>
                  <a:lnTo>
                    <a:pt x="4599563" y="6309712"/>
                  </a:lnTo>
                  <a:lnTo>
                    <a:pt x="4593972" y="6360235"/>
                  </a:lnTo>
                  <a:lnTo>
                    <a:pt x="4589043" y="6410854"/>
                  </a:lnTo>
                  <a:lnTo>
                    <a:pt x="4584811" y="6461575"/>
                  </a:lnTo>
                  <a:lnTo>
                    <a:pt x="4583149" y="6499836"/>
                  </a:lnTo>
                  <a:lnTo>
                    <a:pt x="4580421" y="6550777"/>
                  </a:lnTo>
                  <a:lnTo>
                    <a:pt x="4578501" y="6601836"/>
                  </a:lnTo>
                  <a:lnTo>
                    <a:pt x="4577424" y="6653017"/>
                  </a:lnTo>
                  <a:lnTo>
                    <a:pt x="4577227" y="6704328"/>
                  </a:lnTo>
                  <a:lnTo>
                    <a:pt x="4577947" y="6755772"/>
                  </a:lnTo>
                  <a:lnTo>
                    <a:pt x="4579620" y="6807356"/>
                  </a:lnTo>
                  <a:lnTo>
                    <a:pt x="4584118" y="6846517"/>
                  </a:lnTo>
                  <a:lnTo>
                    <a:pt x="4587807" y="6898395"/>
                  </a:lnTo>
                  <a:lnTo>
                    <a:pt x="4592559" y="6950429"/>
                  </a:lnTo>
                  <a:lnTo>
                    <a:pt x="4598410" y="7002622"/>
                  </a:lnTo>
                  <a:lnTo>
                    <a:pt x="4605397" y="7054982"/>
                  </a:lnTo>
                  <a:lnTo>
                    <a:pt x="4615527" y="7094967"/>
                  </a:lnTo>
                  <a:lnTo>
                    <a:pt x="4625103" y="7147705"/>
                  </a:lnTo>
                  <a:lnTo>
                    <a:pt x="4635934" y="7200626"/>
                  </a:lnTo>
                  <a:lnTo>
                    <a:pt x="4649833" y="7241161"/>
                  </a:lnTo>
                  <a:lnTo>
                    <a:pt x="4663101" y="7294438"/>
                  </a:lnTo>
                  <a:lnTo>
                    <a:pt x="4679387" y="7335322"/>
                  </a:lnTo>
                  <a:lnTo>
                    <a:pt x="4696828" y="7376374"/>
                  </a:lnTo>
                  <a:lnTo>
                    <a:pt x="4713564" y="7430158"/>
                  </a:lnTo>
                  <a:lnTo>
                    <a:pt x="4733242" y="7471537"/>
                  </a:lnTo>
                  <a:lnTo>
                    <a:pt x="4754001" y="7513073"/>
                  </a:lnTo>
                  <a:lnTo>
                    <a:pt x="4775815" y="7554765"/>
                  </a:lnTo>
                  <a:lnTo>
                    <a:pt x="4798660" y="7596606"/>
                  </a:lnTo>
                  <a:lnTo>
                    <a:pt x="4822510" y="7638595"/>
                  </a:lnTo>
                  <a:lnTo>
                    <a:pt x="4847341" y="7680726"/>
                  </a:lnTo>
                  <a:lnTo>
                    <a:pt x="4873127" y="7722998"/>
                  </a:lnTo>
                  <a:lnTo>
                    <a:pt x="4899844" y="7765405"/>
                  </a:lnTo>
                  <a:lnTo>
                    <a:pt x="4929302" y="7795378"/>
                  </a:lnTo>
                  <a:lnTo>
                    <a:pt x="4957805" y="7838046"/>
                  </a:lnTo>
                  <a:lnTo>
                    <a:pt x="4988998" y="7868272"/>
                  </a:lnTo>
                  <a:lnTo>
                    <a:pt x="5019186" y="7911186"/>
                  </a:lnTo>
                  <a:lnTo>
                    <a:pt x="5052015" y="7941652"/>
                  </a:lnTo>
                  <a:lnTo>
                    <a:pt x="5085625" y="7972231"/>
                  </a:lnTo>
                  <a:lnTo>
                    <a:pt x="5118153" y="8015487"/>
                  </a:lnTo>
                  <a:lnTo>
                    <a:pt x="5153247" y="8046283"/>
                  </a:lnTo>
                  <a:lnTo>
                    <a:pt x="5189047" y="8077182"/>
                  </a:lnTo>
                  <a:lnTo>
                    <a:pt x="5225526" y="8108181"/>
                  </a:lnTo>
                  <a:lnTo>
                    <a:pt x="5262660" y="8139275"/>
                  </a:lnTo>
                  <a:lnTo>
                    <a:pt x="5338793" y="8201736"/>
                  </a:lnTo>
                  <a:lnTo>
                    <a:pt x="5379578" y="8220529"/>
                  </a:lnTo>
                  <a:lnTo>
                    <a:pt x="5419081" y="8251969"/>
                  </a:lnTo>
                  <a:lnTo>
                    <a:pt x="5460950" y="8270920"/>
                  </a:lnTo>
                  <a:lnTo>
                    <a:pt x="5501488" y="8302511"/>
                  </a:lnTo>
                  <a:lnTo>
                    <a:pt x="5544341" y="8321606"/>
                  </a:lnTo>
                  <a:lnTo>
                    <a:pt x="5585813" y="8353334"/>
                  </a:lnTo>
                  <a:lnTo>
                    <a:pt x="5899589" y="8489014"/>
                  </a:lnTo>
                  <a:lnTo>
                    <a:pt x="5948506" y="8496160"/>
                  </a:lnTo>
                  <a:lnTo>
                    <a:pt x="5995621" y="8515878"/>
                  </a:lnTo>
                  <a:lnTo>
                    <a:pt x="6044600" y="8523032"/>
                  </a:lnTo>
                  <a:lnTo>
                    <a:pt x="6091761" y="8542757"/>
                  </a:lnTo>
                  <a:lnTo>
                    <a:pt x="6189779" y="8557075"/>
                  </a:lnTo>
                  <a:lnTo>
                    <a:pt x="6236948" y="8576800"/>
                  </a:lnTo>
                  <a:lnTo>
                    <a:pt x="5804994" y="8513700"/>
                  </a:lnTo>
                  <a:lnTo>
                    <a:pt x="5529697" y="8396476"/>
                  </a:lnTo>
                  <a:lnTo>
                    <a:pt x="5486275" y="8364463"/>
                  </a:lnTo>
                  <a:lnTo>
                    <a:pt x="5441986" y="8345158"/>
                  </a:lnTo>
                  <a:lnTo>
                    <a:pt x="5358295" y="8281594"/>
                  </a:lnTo>
                  <a:lnTo>
                    <a:pt x="5315299" y="8262478"/>
                  </a:lnTo>
                  <a:lnTo>
                    <a:pt x="5234542" y="8199342"/>
                  </a:lnTo>
                  <a:lnTo>
                    <a:pt x="5156125" y="8136547"/>
                  </a:lnTo>
                  <a:lnTo>
                    <a:pt x="5117892" y="8105292"/>
                  </a:lnTo>
                  <a:lnTo>
                    <a:pt x="5080359" y="8074140"/>
                  </a:lnTo>
                  <a:lnTo>
                    <a:pt x="5045401" y="8030529"/>
                  </a:lnTo>
                  <a:lnTo>
                    <a:pt x="5009386" y="7999598"/>
                  </a:lnTo>
                  <a:lnTo>
                    <a:pt x="4976023" y="7956220"/>
                  </a:lnTo>
                  <a:lnTo>
                    <a:pt x="4941679" y="7925534"/>
                  </a:lnTo>
                  <a:lnTo>
                    <a:pt x="4910065" y="7882411"/>
                  </a:lnTo>
                  <a:lnTo>
                    <a:pt x="4879383" y="7839425"/>
                  </a:lnTo>
                  <a:lnTo>
                    <a:pt x="4847836" y="7809147"/>
                  </a:lnTo>
                  <a:lnTo>
                    <a:pt x="4819135" y="7766449"/>
                  </a:lnTo>
                  <a:lnTo>
                    <a:pt x="4791481" y="7723905"/>
                  </a:lnTo>
                  <a:lnTo>
                    <a:pt x="4764914" y="7681520"/>
                  </a:lnTo>
                  <a:lnTo>
                    <a:pt x="4739634" y="7639323"/>
                  </a:lnTo>
                  <a:lnTo>
                    <a:pt x="4717503" y="7584751"/>
                  </a:lnTo>
                  <a:lnTo>
                    <a:pt x="4694836" y="7542935"/>
                  </a:lnTo>
                  <a:lnTo>
                    <a:pt x="4673455" y="7501307"/>
                  </a:lnTo>
                  <a:lnTo>
                    <a:pt x="4653347" y="7459866"/>
                  </a:lnTo>
                  <a:lnTo>
                    <a:pt x="4636334" y="7406041"/>
                  </a:lnTo>
                  <a:lnTo>
                    <a:pt x="4618732" y="7364965"/>
                  </a:lnTo>
                  <a:lnTo>
                    <a:pt x="4604198" y="7311503"/>
                  </a:lnTo>
                  <a:lnTo>
                    <a:pt x="4589049" y="7270786"/>
                  </a:lnTo>
                  <a:lnTo>
                    <a:pt x="4576942" y="7217678"/>
                  </a:lnTo>
                  <a:lnTo>
                    <a:pt x="4566028" y="7164744"/>
                  </a:lnTo>
                  <a:lnTo>
                    <a:pt x="4554459" y="7124550"/>
                  </a:lnTo>
                  <a:lnTo>
                    <a:pt x="4545892" y="7071959"/>
                  </a:lnTo>
                  <a:lnTo>
                    <a:pt x="4538478" y="7019537"/>
                  </a:lnTo>
                  <a:lnTo>
                    <a:pt x="4532205" y="6967282"/>
                  </a:lnTo>
                  <a:lnTo>
                    <a:pt x="4525223" y="6927757"/>
                  </a:lnTo>
                  <a:lnTo>
                    <a:pt x="4521190" y="6875829"/>
                  </a:lnTo>
                  <a:lnTo>
                    <a:pt x="4518257" y="6824061"/>
                  </a:lnTo>
                  <a:lnTo>
                    <a:pt x="4516412" y="6772453"/>
                  </a:lnTo>
                  <a:lnTo>
                    <a:pt x="4515428" y="6720970"/>
                  </a:lnTo>
                  <a:lnTo>
                    <a:pt x="4515356" y="6669620"/>
                  </a:lnTo>
                  <a:lnTo>
                    <a:pt x="4516161" y="6618399"/>
                  </a:lnTo>
                  <a:lnTo>
                    <a:pt x="4517807" y="6567300"/>
                  </a:lnTo>
                  <a:lnTo>
                    <a:pt x="4520259" y="6516319"/>
                  </a:lnTo>
                  <a:lnTo>
                    <a:pt x="4523482" y="6465450"/>
                  </a:lnTo>
                  <a:lnTo>
                    <a:pt x="4527439" y="6414689"/>
                  </a:lnTo>
                  <a:lnTo>
                    <a:pt x="4532096" y="6364030"/>
                  </a:lnTo>
                  <a:lnTo>
                    <a:pt x="4537417" y="6313469"/>
                  </a:lnTo>
                  <a:lnTo>
                    <a:pt x="4543367" y="6262999"/>
                  </a:lnTo>
                  <a:lnTo>
                    <a:pt x="4549911" y="6212615"/>
                  </a:lnTo>
                  <a:lnTo>
                    <a:pt x="4558918" y="6149757"/>
                  </a:lnTo>
                  <a:lnTo>
                    <a:pt x="4564636" y="6112088"/>
                  </a:lnTo>
                  <a:lnTo>
                    <a:pt x="4572748" y="6061934"/>
                  </a:lnTo>
                  <a:lnTo>
                    <a:pt x="4581311" y="6011846"/>
                  </a:lnTo>
                  <a:lnTo>
                    <a:pt x="4590290" y="5961818"/>
                  </a:lnTo>
                  <a:lnTo>
                    <a:pt x="4599651" y="5911846"/>
                  </a:lnTo>
                  <a:lnTo>
                    <a:pt x="4609357" y="5861925"/>
                  </a:lnTo>
                  <a:lnTo>
                    <a:pt x="4619373" y="5812049"/>
                  </a:lnTo>
                  <a:lnTo>
                    <a:pt x="4629664" y="5762213"/>
                  </a:lnTo>
                  <a:lnTo>
                    <a:pt x="4640195" y="5712412"/>
                  </a:lnTo>
                  <a:lnTo>
                    <a:pt x="4650929" y="5662641"/>
                  </a:lnTo>
                  <a:lnTo>
                    <a:pt x="4661832" y="5612895"/>
                  </a:lnTo>
                  <a:lnTo>
                    <a:pt x="4672868" y="5563168"/>
                  </a:lnTo>
                  <a:lnTo>
                    <a:pt x="4684002" y="5513455"/>
                  </a:lnTo>
                  <a:lnTo>
                    <a:pt x="4695199" y="5463752"/>
                  </a:lnTo>
                  <a:lnTo>
                    <a:pt x="4717637" y="5364351"/>
                  </a:lnTo>
                  <a:lnTo>
                    <a:pt x="4728808" y="5314644"/>
                  </a:lnTo>
                  <a:lnTo>
                    <a:pt x="4739900" y="5264925"/>
                  </a:lnTo>
                  <a:lnTo>
                    <a:pt x="4750877" y="5215189"/>
                  </a:lnTo>
                  <a:lnTo>
                    <a:pt x="4761704" y="5165432"/>
                  </a:lnTo>
                  <a:lnTo>
                    <a:pt x="4770510" y="5128214"/>
                  </a:lnTo>
                  <a:lnTo>
                    <a:pt x="4780931" y="5078397"/>
                  </a:lnTo>
                  <a:lnTo>
                    <a:pt x="4791095" y="5028543"/>
                  </a:lnTo>
                  <a:lnTo>
                    <a:pt x="4800968" y="4978646"/>
                  </a:lnTo>
                  <a:lnTo>
                    <a:pt x="4810514" y="4928701"/>
                  </a:lnTo>
                  <a:lnTo>
                    <a:pt x="4819697" y="4878703"/>
                  </a:lnTo>
                  <a:lnTo>
                    <a:pt x="4828482" y="4828648"/>
                  </a:lnTo>
                  <a:lnTo>
                    <a:pt x="4836868" y="4778533"/>
                  </a:lnTo>
                  <a:lnTo>
                    <a:pt x="4844822" y="4728356"/>
                  </a:lnTo>
                  <a:lnTo>
                    <a:pt x="4850427" y="4690670"/>
                  </a:lnTo>
                  <a:lnTo>
                    <a:pt x="4857504" y="4640365"/>
                  </a:lnTo>
                  <a:lnTo>
                    <a:pt x="4859240" y="4627784"/>
                  </a:lnTo>
                  <a:lnTo>
                    <a:pt x="4865608" y="4577375"/>
                  </a:lnTo>
                  <a:lnTo>
                    <a:pt x="4871349" y="4526875"/>
                  </a:lnTo>
                  <a:lnTo>
                    <a:pt x="4876416" y="4476275"/>
                  </a:lnTo>
                  <a:lnTo>
                    <a:pt x="4880759" y="4425571"/>
                  </a:lnTo>
                  <a:lnTo>
                    <a:pt x="4884330" y="4374753"/>
                  </a:lnTo>
                  <a:lnTo>
                    <a:pt x="4887080" y="4323816"/>
                  </a:lnTo>
                  <a:lnTo>
                    <a:pt x="4888961" y="4272751"/>
                  </a:lnTo>
                  <a:lnTo>
                    <a:pt x="4889923" y="4221553"/>
                  </a:lnTo>
                  <a:lnTo>
                    <a:pt x="4889920" y="4170213"/>
                  </a:lnTo>
                  <a:lnTo>
                    <a:pt x="4887065" y="4131292"/>
                  </a:lnTo>
                  <a:lnTo>
                    <a:pt x="4884981" y="4079648"/>
                  </a:lnTo>
                  <a:lnTo>
                    <a:pt x="4881785" y="4027842"/>
                  </a:lnTo>
                  <a:lnTo>
                    <a:pt x="4877428" y="3975866"/>
                  </a:lnTo>
                  <a:lnTo>
                    <a:pt x="4871861" y="3923714"/>
                  </a:lnTo>
                  <a:lnTo>
                    <a:pt x="4865035" y="3871378"/>
                  </a:lnTo>
                  <a:lnTo>
                    <a:pt x="4855011" y="3831409"/>
                  </a:lnTo>
                  <a:lnTo>
                    <a:pt x="4845433" y="3778671"/>
                  </a:lnTo>
                  <a:lnTo>
                    <a:pt x="4834478" y="3725731"/>
                  </a:lnTo>
                  <a:lnTo>
                    <a:pt x="4820325" y="3685159"/>
                  </a:lnTo>
                  <a:lnTo>
                    <a:pt x="4806659" y="3631824"/>
                  </a:lnTo>
                  <a:lnTo>
                    <a:pt x="4791657" y="3578293"/>
                  </a:lnTo>
                  <a:lnTo>
                    <a:pt x="4773497" y="3537136"/>
                  </a:lnTo>
                  <a:lnTo>
                    <a:pt x="4754028" y="3495788"/>
                  </a:lnTo>
                  <a:lnTo>
                    <a:pt x="4735100" y="3441683"/>
                  </a:lnTo>
                  <a:lnTo>
                    <a:pt x="4713054" y="3399958"/>
                  </a:lnTo>
                  <a:lnTo>
                    <a:pt x="4689740" y="3358048"/>
                  </a:lnTo>
                  <a:lnTo>
                    <a:pt x="4665171" y="3315955"/>
                  </a:lnTo>
                  <a:lnTo>
                    <a:pt x="4639361" y="3273680"/>
                  </a:lnTo>
                  <a:lnTo>
                    <a:pt x="4612322" y="3231226"/>
                  </a:lnTo>
                  <a:lnTo>
                    <a:pt x="4584070" y="3188594"/>
                  </a:lnTo>
                  <a:lnTo>
                    <a:pt x="4554616" y="3145787"/>
                  </a:lnTo>
                  <a:lnTo>
                    <a:pt x="4523975" y="3102807"/>
                  </a:lnTo>
                  <a:lnTo>
                    <a:pt x="4490324" y="3072222"/>
                  </a:lnTo>
                  <a:lnTo>
                    <a:pt x="4457349" y="3028900"/>
                  </a:lnTo>
                  <a:lnTo>
                    <a:pt x="4421391" y="2997978"/>
                  </a:lnTo>
                  <a:lnTo>
                    <a:pt x="4384308" y="2966891"/>
                  </a:lnTo>
                  <a:lnTo>
                    <a:pt x="4348540" y="2923162"/>
                  </a:lnTo>
                  <a:lnTo>
                    <a:pt x="4271832" y="2860617"/>
                  </a:lnTo>
                  <a:lnTo>
                    <a:pt x="4153264" y="2766288"/>
                  </a:lnTo>
                  <a:lnTo>
                    <a:pt x="4111036" y="2747284"/>
                  </a:lnTo>
                  <a:lnTo>
                    <a:pt x="4070235" y="2715654"/>
                  </a:lnTo>
                  <a:lnTo>
                    <a:pt x="4027206" y="2696534"/>
                  </a:lnTo>
                  <a:lnTo>
                    <a:pt x="3985637" y="2664792"/>
                  </a:lnTo>
                  <a:lnTo>
                    <a:pt x="3941873" y="2645564"/>
                  </a:lnTo>
                  <a:lnTo>
                    <a:pt x="3899602" y="2613719"/>
                  </a:lnTo>
                  <a:lnTo>
                    <a:pt x="3443203" y="2418700"/>
                  </a:lnTo>
                  <a:lnTo>
                    <a:pt x="3394552" y="2411593"/>
                  </a:lnTo>
                  <a:lnTo>
                    <a:pt x="3300488" y="2372183"/>
                  </a:lnTo>
                  <a:lnTo>
                    <a:pt x="3251438" y="2365017"/>
                  </a:lnTo>
                  <a:lnTo>
                    <a:pt x="3204123" y="2345271"/>
                  </a:lnTo>
                  <a:lnTo>
                    <a:pt x="3154887" y="2338078"/>
                  </a:lnTo>
                  <a:lnTo>
                    <a:pt x="3107420" y="2318309"/>
                  </a:lnTo>
                  <a:close/>
                </a:path>
                <a:path w="7785100" h="8679815">
                  <a:moveTo>
                    <a:pt x="2913520" y="2264315"/>
                  </a:moveTo>
                  <a:lnTo>
                    <a:pt x="3382447" y="2332816"/>
                  </a:lnTo>
                  <a:lnTo>
                    <a:pt x="3475575" y="2372090"/>
                  </a:lnTo>
                  <a:lnTo>
                    <a:pt x="3058064" y="2311099"/>
                  </a:lnTo>
                  <a:lnTo>
                    <a:pt x="3010509" y="2291318"/>
                  </a:lnTo>
                  <a:lnTo>
                    <a:pt x="2961098" y="2284100"/>
                  </a:lnTo>
                  <a:lnTo>
                    <a:pt x="2913520" y="2264315"/>
                  </a:lnTo>
                  <a:close/>
                </a:path>
                <a:path w="7785100" h="8679815">
                  <a:moveTo>
                    <a:pt x="2670637" y="2203164"/>
                  </a:moveTo>
                  <a:lnTo>
                    <a:pt x="3241179" y="2286510"/>
                  </a:lnTo>
                  <a:lnTo>
                    <a:pt x="3334068" y="2325749"/>
                  </a:lnTo>
                  <a:lnTo>
                    <a:pt x="2814746" y="2249886"/>
                  </a:lnTo>
                  <a:lnTo>
                    <a:pt x="2767255" y="2230113"/>
                  </a:lnTo>
                  <a:lnTo>
                    <a:pt x="2717989" y="2222916"/>
                  </a:lnTo>
                  <a:lnTo>
                    <a:pt x="2670637" y="2203164"/>
                  </a:lnTo>
                  <a:close/>
                </a:path>
                <a:path w="7785100" h="8679815">
                  <a:moveTo>
                    <a:pt x="2525535" y="2169133"/>
                  </a:moveTo>
                  <a:lnTo>
                    <a:pt x="3146927" y="2259907"/>
                  </a:lnTo>
                  <a:lnTo>
                    <a:pt x="3193060" y="2279481"/>
                  </a:lnTo>
                  <a:lnTo>
                    <a:pt x="2572558" y="2188837"/>
                  </a:lnTo>
                  <a:lnTo>
                    <a:pt x="2525535" y="2169133"/>
                  </a:lnTo>
                  <a:close/>
                </a:path>
                <a:path w="7785100" h="8679815">
                  <a:moveTo>
                    <a:pt x="2381715" y="2135289"/>
                  </a:moveTo>
                  <a:lnTo>
                    <a:pt x="3052347" y="2233255"/>
                  </a:lnTo>
                  <a:lnTo>
                    <a:pt x="3099140" y="2252926"/>
                  </a:lnTo>
                  <a:lnTo>
                    <a:pt x="2428262" y="2154923"/>
                  </a:lnTo>
                  <a:lnTo>
                    <a:pt x="2381715" y="2135289"/>
                  </a:lnTo>
                  <a:close/>
                </a:path>
                <a:path w="7785100" h="8679815">
                  <a:moveTo>
                    <a:pt x="2285589" y="2108412"/>
                  </a:moveTo>
                  <a:lnTo>
                    <a:pt x="2956668" y="2206444"/>
                  </a:lnTo>
                  <a:lnTo>
                    <a:pt x="3003630" y="2226139"/>
                  </a:lnTo>
                  <a:lnTo>
                    <a:pt x="2333523" y="2128249"/>
                  </a:lnTo>
                  <a:lnTo>
                    <a:pt x="2285589" y="2108412"/>
                  </a:lnTo>
                  <a:close/>
                </a:path>
                <a:path w="7785100" h="8679815">
                  <a:moveTo>
                    <a:pt x="2138068" y="2074027"/>
                  </a:moveTo>
                  <a:lnTo>
                    <a:pt x="2811723" y="2172435"/>
                  </a:lnTo>
                  <a:lnTo>
                    <a:pt x="2858870" y="2192157"/>
                  </a:lnTo>
                  <a:lnTo>
                    <a:pt x="2186011" y="2093865"/>
                  </a:lnTo>
                  <a:lnTo>
                    <a:pt x="2138068" y="2074027"/>
                  </a:lnTo>
                  <a:close/>
                </a:path>
                <a:path w="7785100" h="8679815">
                  <a:moveTo>
                    <a:pt x="1992625" y="2027111"/>
                  </a:moveTo>
                  <a:lnTo>
                    <a:pt x="2570030" y="2111459"/>
                  </a:lnTo>
                  <a:lnTo>
                    <a:pt x="2617297" y="2131198"/>
                  </a:lnTo>
                  <a:lnTo>
                    <a:pt x="2713640" y="2158107"/>
                  </a:lnTo>
                  <a:lnTo>
                    <a:pt x="2088317" y="2066759"/>
                  </a:lnTo>
                  <a:lnTo>
                    <a:pt x="1992625" y="2027111"/>
                  </a:lnTo>
                  <a:close/>
                </a:path>
                <a:path w="7785100" h="8679815">
                  <a:moveTo>
                    <a:pt x="1847821" y="1980288"/>
                  </a:moveTo>
                  <a:lnTo>
                    <a:pt x="2328432" y="2050496"/>
                  </a:lnTo>
                  <a:lnTo>
                    <a:pt x="2375587" y="2070220"/>
                  </a:lnTo>
                  <a:lnTo>
                    <a:pt x="2424618" y="2077382"/>
                  </a:lnTo>
                  <a:lnTo>
                    <a:pt x="2471845" y="2097116"/>
                  </a:lnTo>
                  <a:lnTo>
                    <a:pt x="1943043" y="2019868"/>
                  </a:lnTo>
                  <a:lnTo>
                    <a:pt x="1847821" y="1980288"/>
                  </a:lnTo>
                  <a:close/>
                </a:path>
                <a:path w="7785100" h="8679815">
                  <a:moveTo>
                    <a:pt x="65069" y="0"/>
                  </a:moveTo>
                  <a:lnTo>
                    <a:pt x="77196" y="40275"/>
                  </a:lnTo>
                  <a:lnTo>
                    <a:pt x="89416" y="93400"/>
                  </a:lnTo>
                  <a:lnTo>
                    <a:pt x="102496" y="146650"/>
                  </a:lnTo>
                  <a:lnTo>
                    <a:pt x="118262" y="187457"/>
                  </a:lnTo>
                  <a:lnTo>
                    <a:pt x="133031" y="240954"/>
                  </a:lnTo>
                  <a:lnTo>
                    <a:pt x="150465" y="282005"/>
                  </a:lnTo>
                  <a:lnTo>
                    <a:pt x="166882" y="335742"/>
                  </a:lnTo>
                  <a:lnTo>
                    <a:pt x="185944" y="377031"/>
                  </a:lnTo>
                  <a:lnTo>
                    <a:pt x="205803" y="418437"/>
                  </a:lnTo>
                  <a:lnTo>
                    <a:pt x="224615" y="472524"/>
                  </a:lnTo>
                  <a:lnTo>
                    <a:pt x="246040" y="514158"/>
                  </a:lnTo>
                  <a:lnTo>
                    <a:pt x="268232" y="555904"/>
                  </a:lnTo>
                  <a:lnTo>
                    <a:pt x="289346" y="610328"/>
                  </a:lnTo>
                  <a:lnTo>
                    <a:pt x="313043" y="652294"/>
                  </a:lnTo>
                  <a:lnTo>
                    <a:pt x="337476" y="694367"/>
                  </a:lnTo>
                  <a:lnTo>
                    <a:pt x="362636" y="736547"/>
                  </a:lnTo>
                  <a:lnTo>
                    <a:pt x="388511" y="778831"/>
                  </a:lnTo>
                  <a:lnTo>
                    <a:pt x="415093" y="821219"/>
                  </a:lnTo>
                  <a:lnTo>
                    <a:pt x="442370" y="863708"/>
                  </a:lnTo>
                  <a:lnTo>
                    <a:pt x="470332" y="906297"/>
                  </a:lnTo>
                  <a:lnTo>
                    <a:pt x="498969" y="948985"/>
                  </a:lnTo>
                  <a:lnTo>
                    <a:pt x="528271" y="991770"/>
                  </a:lnTo>
                  <a:lnTo>
                    <a:pt x="558227" y="1034650"/>
                  </a:lnTo>
                  <a:lnTo>
                    <a:pt x="590663" y="1065058"/>
                  </a:lnTo>
                  <a:lnTo>
                    <a:pt x="621897" y="1108125"/>
                  </a:lnTo>
                  <a:lnTo>
                    <a:pt x="653755" y="1151283"/>
                  </a:lnTo>
                  <a:lnTo>
                    <a:pt x="688062" y="1181964"/>
                  </a:lnTo>
                  <a:lnTo>
                    <a:pt x="721137" y="1225300"/>
                  </a:lnTo>
                  <a:lnTo>
                    <a:pt x="792725" y="1287097"/>
                  </a:lnTo>
                  <a:lnTo>
                    <a:pt x="827547" y="1330688"/>
                  </a:lnTo>
                  <a:lnTo>
                    <a:pt x="902538" y="1392982"/>
                  </a:lnTo>
                  <a:lnTo>
                    <a:pt x="981032" y="1455788"/>
                  </a:lnTo>
                  <a:lnTo>
                    <a:pt x="1141909" y="1581967"/>
                  </a:lnTo>
                  <a:lnTo>
                    <a:pt x="1184720" y="1601056"/>
                  </a:lnTo>
                  <a:lnTo>
                    <a:pt x="1225978" y="1632753"/>
                  </a:lnTo>
                  <a:lnTo>
                    <a:pt x="1269347" y="1651923"/>
                  </a:lnTo>
                  <a:lnTo>
                    <a:pt x="1311145" y="1683698"/>
                  </a:lnTo>
                  <a:lnTo>
                    <a:pt x="1399170" y="1722227"/>
                  </a:lnTo>
                  <a:lnTo>
                    <a:pt x="1441707" y="1754110"/>
                  </a:lnTo>
                  <a:lnTo>
                    <a:pt x="1712399" y="1870662"/>
                  </a:lnTo>
                  <a:lnTo>
                    <a:pt x="1760005" y="1877616"/>
                  </a:lnTo>
                  <a:lnTo>
                    <a:pt x="1898254" y="1936316"/>
                  </a:lnTo>
                  <a:lnTo>
                    <a:pt x="1946454" y="1943357"/>
                  </a:lnTo>
                  <a:lnTo>
                    <a:pt x="2039549" y="1982626"/>
                  </a:lnTo>
                  <a:lnTo>
                    <a:pt x="2088096" y="1989718"/>
                  </a:lnTo>
                  <a:lnTo>
                    <a:pt x="2134905" y="2009391"/>
                  </a:lnTo>
                  <a:lnTo>
                    <a:pt x="2183638" y="2016510"/>
                  </a:lnTo>
                  <a:lnTo>
                    <a:pt x="2230613" y="2036207"/>
                  </a:lnTo>
                  <a:lnTo>
                    <a:pt x="1798541" y="1973089"/>
                  </a:lnTo>
                  <a:lnTo>
                    <a:pt x="1379161" y="1796313"/>
                  </a:lnTo>
                  <a:lnTo>
                    <a:pt x="1335517" y="1764267"/>
                  </a:lnTo>
                  <a:lnTo>
                    <a:pt x="1245404" y="1725434"/>
                  </a:lnTo>
                  <a:lnTo>
                    <a:pt x="1202637" y="1693517"/>
                  </a:lnTo>
                  <a:lnTo>
                    <a:pt x="1159302" y="1674352"/>
                  </a:lnTo>
                  <a:lnTo>
                    <a:pt x="1037421" y="1579538"/>
                  </a:lnTo>
                  <a:lnTo>
                    <a:pt x="997704" y="1548067"/>
                  </a:lnTo>
                  <a:lnTo>
                    <a:pt x="956625" y="1529231"/>
                  </a:lnTo>
                  <a:lnTo>
                    <a:pt x="917867" y="1497900"/>
                  </a:lnTo>
                  <a:lnTo>
                    <a:pt x="881442" y="1454075"/>
                  </a:lnTo>
                  <a:lnTo>
                    <a:pt x="806457" y="1391781"/>
                  </a:lnTo>
                  <a:lnTo>
                    <a:pt x="733595" y="1329799"/>
                  </a:lnTo>
                  <a:lnTo>
                    <a:pt x="699825" y="1286361"/>
                  </a:lnTo>
                  <a:lnTo>
                    <a:pt x="664784" y="1255573"/>
                  </a:lnTo>
                  <a:lnTo>
                    <a:pt x="632155" y="1212302"/>
                  </a:lnTo>
                  <a:lnTo>
                    <a:pt x="598278" y="1181683"/>
                  </a:lnTo>
                  <a:lnTo>
                    <a:pt x="566836" y="1138586"/>
                  </a:lnTo>
                  <a:lnTo>
                    <a:pt x="536005" y="1095578"/>
                  </a:lnTo>
                  <a:lnTo>
                    <a:pt x="503960" y="1065227"/>
                  </a:lnTo>
                  <a:lnTo>
                    <a:pt x="474383" y="1022402"/>
                  </a:lnTo>
                  <a:lnTo>
                    <a:pt x="445345" y="979656"/>
                  </a:lnTo>
                  <a:lnTo>
                    <a:pt x="416957" y="937004"/>
                  </a:lnTo>
                  <a:lnTo>
                    <a:pt x="389228" y="894449"/>
                  </a:lnTo>
                  <a:lnTo>
                    <a:pt x="362169" y="851992"/>
                  </a:lnTo>
                  <a:lnTo>
                    <a:pt x="335787" y="809634"/>
                  </a:lnTo>
                  <a:lnTo>
                    <a:pt x="310091" y="767376"/>
                  </a:lnTo>
                  <a:lnTo>
                    <a:pt x="285092" y="725219"/>
                  </a:lnTo>
                  <a:lnTo>
                    <a:pt x="260798" y="683166"/>
                  </a:lnTo>
                  <a:lnTo>
                    <a:pt x="237218" y="641217"/>
                  </a:lnTo>
                  <a:lnTo>
                    <a:pt x="214360" y="599374"/>
                  </a:lnTo>
                  <a:lnTo>
                    <a:pt x="192235" y="557637"/>
                  </a:lnTo>
                  <a:lnTo>
                    <a:pt x="172687" y="503443"/>
                  </a:lnTo>
                  <a:lnTo>
                    <a:pt x="152053" y="461924"/>
                  </a:lnTo>
                  <a:lnTo>
                    <a:pt x="132179" y="420516"/>
                  </a:lnTo>
                  <a:lnTo>
                    <a:pt x="114909" y="366654"/>
                  </a:lnTo>
                  <a:lnTo>
                    <a:pt x="96580" y="325472"/>
                  </a:lnTo>
                  <a:lnTo>
                    <a:pt x="80874" y="271839"/>
                  </a:lnTo>
                  <a:lnTo>
                    <a:pt x="64127" y="230888"/>
                  </a:lnTo>
                  <a:lnTo>
                    <a:pt x="50021" y="177488"/>
                  </a:lnTo>
                  <a:lnTo>
                    <a:pt x="34893" y="136774"/>
                  </a:lnTo>
                  <a:lnTo>
                    <a:pt x="22423" y="83613"/>
                  </a:lnTo>
                  <a:lnTo>
                    <a:pt x="10785" y="30574"/>
                  </a:lnTo>
                  <a:lnTo>
                    <a:pt x="0" y="3329"/>
                  </a:lnTo>
                  <a:lnTo>
                    <a:pt x="65069" y="0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6565968"/>
            <a:ext cx="1572260" cy="3721100"/>
            <a:chOff x="0" y="6565968"/>
            <a:chExt cx="1572260" cy="3721100"/>
          </a:xfrm>
        </p:grpSpPr>
        <p:sp>
          <p:nvSpPr>
            <p:cNvPr id="8" name="object 8" descr=""/>
            <p:cNvSpPr/>
            <p:nvPr/>
          </p:nvSpPr>
          <p:spPr>
            <a:xfrm>
              <a:off x="0" y="6565968"/>
              <a:ext cx="1572260" cy="3721100"/>
            </a:xfrm>
            <a:custGeom>
              <a:avLst/>
              <a:gdLst/>
              <a:ahLst/>
              <a:cxnLst/>
              <a:rect l="l" t="t" r="r" b="b"/>
              <a:pathLst>
                <a:path w="1572260" h="3721100">
                  <a:moveTo>
                    <a:pt x="0" y="3721031"/>
                  </a:moveTo>
                  <a:lnTo>
                    <a:pt x="0" y="0"/>
                  </a:lnTo>
                  <a:lnTo>
                    <a:pt x="32436" y="5927"/>
                  </a:lnTo>
                  <a:lnTo>
                    <a:pt x="79286" y="15762"/>
                  </a:lnTo>
                  <a:lnTo>
                    <a:pt x="125892" y="26818"/>
                  </a:lnTo>
                  <a:lnTo>
                    <a:pt x="172217" y="39081"/>
                  </a:lnTo>
                  <a:lnTo>
                    <a:pt x="218226" y="52538"/>
                  </a:lnTo>
                  <a:lnTo>
                    <a:pt x="263883" y="67176"/>
                  </a:lnTo>
                  <a:lnTo>
                    <a:pt x="309151" y="82981"/>
                  </a:lnTo>
                  <a:lnTo>
                    <a:pt x="353994" y="99938"/>
                  </a:lnTo>
                  <a:lnTo>
                    <a:pt x="398377" y="118035"/>
                  </a:lnTo>
                  <a:lnTo>
                    <a:pt x="442263" y="137259"/>
                  </a:lnTo>
                  <a:lnTo>
                    <a:pt x="485615" y="157594"/>
                  </a:lnTo>
                  <a:lnTo>
                    <a:pt x="528399" y="179028"/>
                  </a:lnTo>
                  <a:lnTo>
                    <a:pt x="570578" y="201548"/>
                  </a:lnTo>
                  <a:lnTo>
                    <a:pt x="612115" y="225139"/>
                  </a:lnTo>
                  <a:lnTo>
                    <a:pt x="652974" y="249787"/>
                  </a:lnTo>
                  <a:lnTo>
                    <a:pt x="693120" y="275480"/>
                  </a:lnTo>
                  <a:lnTo>
                    <a:pt x="732517" y="302204"/>
                  </a:lnTo>
                  <a:lnTo>
                    <a:pt x="771128" y="329945"/>
                  </a:lnTo>
                  <a:lnTo>
                    <a:pt x="808916" y="358689"/>
                  </a:lnTo>
                  <a:lnTo>
                    <a:pt x="845847" y="388423"/>
                  </a:lnTo>
                  <a:lnTo>
                    <a:pt x="881884" y="419133"/>
                  </a:lnTo>
                  <a:lnTo>
                    <a:pt x="916991" y="450806"/>
                  </a:lnTo>
                  <a:lnTo>
                    <a:pt x="951131" y="483427"/>
                  </a:lnTo>
                  <a:lnTo>
                    <a:pt x="984269" y="516985"/>
                  </a:lnTo>
                  <a:lnTo>
                    <a:pt x="1016368" y="551464"/>
                  </a:lnTo>
                  <a:lnTo>
                    <a:pt x="1047393" y="586851"/>
                  </a:lnTo>
                  <a:lnTo>
                    <a:pt x="1077307" y="623132"/>
                  </a:lnTo>
                  <a:lnTo>
                    <a:pt x="1106075" y="660295"/>
                  </a:lnTo>
                  <a:lnTo>
                    <a:pt x="1133659" y="698325"/>
                  </a:lnTo>
                  <a:lnTo>
                    <a:pt x="1160024" y="737209"/>
                  </a:lnTo>
                  <a:lnTo>
                    <a:pt x="1185134" y="776932"/>
                  </a:lnTo>
                  <a:lnTo>
                    <a:pt x="1208953" y="817483"/>
                  </a:lnTo>
                  <a:lnTo>
                    <a:pt x="1231444" y="858846"/>
                  </a:lnTo>
                  <a:lnTo>
                    <a:pt x="1252572" y="901008"/>
                  </a:lnTo>
                  <a:lnTo>
                    <a:pt x="1272301" y="943956"/>
                  </a:lnTo>
                  <a:lnTo>
                    <a:pt x="1290593" y="987676"/>
                  </a:lnTo>
                  <a:lnTo>
                    <a:pt x="1307414" y="1032155"/>
                  </a:lnTo>
                  <a:lnTo>
                    <a:pt x="1323595" y="1079870"/>
                  </a:lnTo>
                  <a:lnTo>
                    <a:pt x="1338109" y="1127894"/>
                  </a:lnTo>
                  <a:lnTo>
                    <a:pt x="1351025" y="1176213"/>
                  </a:lnTo>
                  <a:lnTo>
                    <a:pt x="1362416" y="1224811"/>
                  </a:lnTo>
                  <a:lnTo>
                    <a:pt x="1372352" y="1273672"/>
                  </a:lnTo>
                  <a:lnTo>
                    <a:pt x="1380905" y="1322779"/>
                  </a:lnTo>
                  <a:lnTo>
                    <a:pt x="1388145" y="1372118"/>
                  </a:lnTo>
                  <a:lnTo>
                    <a:pt x="1394144" y="1421673"/>
                  </a:lnTo>
                  <a:lnTo>
                    <a:pt x="1398974" y="1471428"/>
                  </a:lnTo>
                  <a:lnTo>
                    <a:pt x="1402704" y="1521367"/>
                  </a:lnTo>
                  <a:lnTo>
                    <a:pt x="1405407" y="1571475"/>
                  </a:lnTo>
                  <a:lnTo>
                    <a:pt x="1407153" y="1621735"/>
                  </a:lnTo>
                  <a:lnTo>
                    <a:pt x="1408014" y="1672133"/>
                  </a:lnTo>
                  <a:lnTo>
                    <a:pt x="1408060" y="1722652"/>
                  </a:lnTo>
                  <a:lnTo>
                    <a:pt x="1407363" y="1773277"/>
                  </a:lnTo>
                  <a:lnTo>
                    <a:pt x="1405994" y="1823992"/>
                  </a:lnTo>
                  <a:lnTo>
                    <a:pt x="1404024" y="1874782"/>
                  </a:lnTo>
                  <a:lnTo>
                    <a:pt x="1401524" y="1925630"/>
                  </a:lnTo>
                  <a:lnTo>
                    <a:pt x="1398565" y="1976521"/>
                  </a:lnTo>
                  <a:lnTo>
                    <a:pt x="1395219" y="2027439"/>
                  </a:lnTo>
                  <a:lnTo>
                    <a:pt x="1391556" y="2078368"/>
                  </a:lnTo>
                  <a:lnTo>
                    <a:pt x="1387648" y="2129294"/>
                  </a:lnTo>
                  <a:lnTo>
                    <a:pt x="1383566" y="2180199"/>
                  </a:lnTo>
                  <a:lnTo>
                    <a:pt x="1379381" y="2231069"/>
                  </a:lnTo>
                  <a:lnTo>
                    <a:pt x="1375163" y="2281888"/>
                  </a:lnTo>
                  <a:lnTo>
                    <a:pt x="1370985" y="2332639"/>
                  </a:lnTo>
                  <a:lnTo>
                    <a:pt x="1366918" y="2383308"/>
                  </a:lnTo>
                  <a:lnTo>
                    <a:pt x="1363031" y="2433878"/>
                  </a:lnTo>
                  <a:lnTo>
                    <a:pt x="1359398" y="2484334"/>
                  </a:lnTo>
                  <a:lnTo>
                    <a:pt x="1356257" y="2533207"/>
                  </a:lnTo>
                  <a:lnTo>
                    <a:pt x="1353603" y="2582364"/>
                  </a:lnTo>
                  <a:lnTo>
                    <a:pt x="1351488" y="2631756"/>
                  </a:lnTo>
                  <a:lnTo>
                    <a:pt x="1349962" y="2681332"/>
                  </a:lnTo>
                  <a:lnTo>
                    <a:pt x="1349078" y="2731042"/>
                  </a:lnTo>
                  <a:lnTo>
                    <a:pt x="1348885" y="2780836"/>
                  </a:lnTo>
                  <a:lnTo>
                    <a:pt x="1349437" y="2830665"/>
                  </a:lnTo>
                  <a:lnTo>
                    <a:pt x="1350783" y="2880477"/>
                  </a:lnTo>
                  <a:lnTo>
                    <a:pt x="1352976" y="2930222"/>
                  </a:lnTo>
                  <a:lnTo>
                    <a:pt x="1356066" y="2979851"/>
                  </a:lnTo>
                  <a:lnTo>
                    <a:pt x="1360105" y="3029314"/>
                  </a:lnTo>
                  <a:lnTo>
                    <a:pt x="1365144" y="3078560"/>
                  </a:lnTo>
                  <a:lnTo>
                    <a:pt x="1371234" y="3127539"/>
                  </a:lnTo>
                  <a:lnTo>
                    <a:pt x="1378427" y="3176201"/>
                  </a:lnTo>
                  <a:lnTo>
                    <a:pt x="1386774" y="3224497"/>
                  </a:lnTo>
                  <a:lnTo>
                    <a:pt x="1396326" y="3272375"/>
                  </a:lnTo>
                  <a:lnTo>
                    <a:pt x="1407135" y="3319786"/>
                  </a:lnTo>
                  <a:lnTo>
                    <a:pt x="1419251" y="3366679"/>
                  </a:lnTo>
                  <a:lnTo>
                    <a:pt x="1432726" y="3413005"/>
                  </a:lnTo>
                  <a:lnTo>
                    <a:pt x="1447612" y="3458714"/>
                  </a:lnTo>
                  <a:lnTo>
                    <a:pt x="1463959" y="3503754"/>
                  </a:lnTo>
                  <a:lnTo>
                    <a:pt x="1481819" y="3548077"/>
                  </a:lnTo>
                  <a:lnTo>
                    <a:pt x="1501243" y="3591632"/>
                  </a:lnTo>
                  <a:lnTo>
                    <a:pt x="1522283" y="3634369"/>
                  </a:lnTo>
                  <a:lnTo>
                    <a:pt x="1544990" y="3676237"/>
                  </a:lnTo>
                  <a:lnTo>
                    <a:pt x="1569414" y="3717188"/>
                  </a:lnTo>
                  <a:lnTo>
                    <a:pt x="1571932" y="3721031"/>
                  </a:lnTo>
                  <a:lnTo>
                    <a:pt x="0" y="3721031"/>
                  </a:lnTo>
                  <a:close/>
                </a:path>
              </a:pathLst>
            </a:custGeom>
            <a:solidFill>
              <a:srgbClr val="253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6851256"/>
              <a:ext cx="1305560" cy="3435985"/>
            </a:xfrm>
            <a:custGeom>
              <a:avLst/>
              <a:gdLst/>
              <a:ahLst/>
              <a:cxnLst/>
              <a:rect l="l" t="t" r="r" b="b"/>
              <a:pathLst>
                <a:path w="1305560" h="3435984">
                  <a:moveTo>
                    <a:pt x="0" y="39271"/>
                  </a:moveTo>
                  <a:lnTo>
                    <a:pt x="0" y="0"/>
                  </a:lnTo>
                  <a:lnTo>
                    <a:pt x="5939" y="359"/>
                  </a:lnTo>
                  <a:lnTo>
                    <a:pt x="54059" y="4549"/>
                  </a:lnTo>
                  <a:lnTo>
                    <a:pt x="102011" y="10040"/>
                  </a:lnTo>
                  <a:lnTo>
                    <a:pt x="149768" y="16862"/>
                  </a:lnTo>
                  <a:lnTo>
                    <a:pt x="197301" y="25042"/>
                  </a:lnTo>
                  <a:lnTo>
                    <a:pt x="244584" y="34611"/>
                  </a:lnTo>
                  <a:lnTo>
                    <a:pt x="291587" y="45596"/>
                  </a:lnTo>
                  <a:lnTo>
                    <a:pt x="338282" y="58027"/>
                  </a:lnTo>
                  <a:lnTo>
                    <a:pt x="384642" y="71934"/>
                  </a:lnTo>
                  <a:lnTo>
                    <a:pt x="430638" y="87344"/>
                  </a:lnTo>
                  <a:lnTo>
                    <a:pt x="458219" y="97591"/>
                  </a:lnTo>
                  <a:lnTo>
                    <a:pt x="94147" y="48781"/>
                  </a:lnTo>
                  <a:lnTo>
                    <a:pt x="45698" y="43199"/>
                  </a:lnTo>
                  <a:lnTo>
                    <a:pt x="0" y="39271"/>
                  </a:lnTo>
                  <a:close/>
                </a:path>
                <a:path w="1305560" h="3435984">
                  <a:moveTo>
                    <a:pt x="1148174" y="3435742"/>
                  </a:moveTo>
                  <a:lnTo>
                    <a:pt x="1132236" y="3401087"/>
                  </a:lnTo>
                  <a:lnTo>
                    <a:pt x="1114013" y="3355944"/>
                  </a:lnTo>
                  <a:lnTo>
                    <a:pt x="1097984" y="3310295"/>
                  </a:lnTo>
                  <a:lnTo>
                    <a:pt x="1084061" y="3264179"/>
                  </a:lnTo>
                  <a:lnTo>
                    <a:pt x="1072151" y="3217636"/>
                  </a:lnTo>
                  <a:lnTo>
                    <a:pt x="1062166" y="3170707"/>
                  </a:lnTo>
                  <a:lnTo>
                    <a:pt x="1054013" y="3123431"/>
                  </a:lnTo>
                  <a:lnTo>
                    <a:pt x="1047604" y="3075849"/>
                  </a:lnTo>
                  <a:lnTo>
                    <a:pt x="1042846" y="3028001"/>
                  </a:lnTo>
                  <a:lnTo>
                    <a:pt x="1039651" y="2979927"/>
                  </a:lnTo>
                  <a:lnTo>
                    <a:pt x="1037926" y="2931668"/>
                  </a:lnTo>
                  <a:lnTo>
                    <a:pt x="1037582" y="2883262"/>
                  </a:lnTo>
                  <a:lnTo>
                    <a:pt x="1038529" y="2834752"/>
                  </a:lnTo>
                  <a:lnTo>
                    <a:pt x="1040676" y="2786176"/>
                  </a:lnTo>
                  <a:lnTo>
                    <a:pt x="1043931" y="2737574"/>
                  </a:lnTo>
                  <a:lnTo>
                    <a:pt x="1048206" y="2688988"/>
                  </a:lnTo>
                  <a:lnTo>
                    <a:pt x="1053409" y="2640457"/>
                  </a:lnTo>
                  <a:lnTo>
                    <a:pt x="1059450" y="2592021"/>
                  </a:lnTo>
                  <a:lnTo>
                    <a:pt x="1066238" y="2543721"/>
                  </a:lnTo>
                  <a:lnTo>
                    <a:pt x="1073683" y="2495596"/>
                  </a:lnTo>
                  <a:lnTo>
                    <a:pt x="1081695" y="2447687"/>
                  </a:lnTo>
                  <a:lnTo>
                    <a:pt x="1090182" y="2400033"/>
                  </a:lnTo>
                  <a:lnTo>
                    <a:pt x="1099055" y="2352676"/>
                  </a:lnTo>
                  <a:lnTo>
                    <a:pt x="1108222" y="2305655"/>
                  </a:lnTo>
                  <a:lnTo>
                    <a:pt x="1118186" y="2256356"/>
                  </a:lnTo>
                  <a:lnTo>
                    <a:pt x="1128490" y="2206896"/>
                  </a:lnTo>
                  <a:lnTo>
                    <a:pt x="1139040" y="2157286"/>
                  </a:lnTo>
                  <a:lnTo>
                    <a:pt x="1149743" y="2107535"/>
                  </a:lnTo>
                  <a:lnTo>
                    <a:pt x="1160504" y="2057652"/>
                  </a:lnTo>
                  <a:lnTo>
                    <a:pt x="1171228" y="2007647"/>
                  </a:lnTo>
                  <a:lnTo>
                    <a:pt x="1181821" y="1957528"/>
                  </a:lnTo>
                  <a:lnTo>
                    <a:pt x="1192190" y="1907306"/>
                  </a:lnTo>
                  <a:lnTo>
                    <a:pt x="1202239" y="1856990"/>
                  </a:lnTo>
                  <a:lnTo>
                    <a:pt x="1211875" y="1806590"/>
                  </a:lnTo>
                  <a:lnTo>
                    <a:pt x="1221004" y="1756114"/>
                  </a:lnTo>
                  <a:lnTo>
                    <a:pt x="1229530" y="1705572"/>
                  </a:lnTo>
                  <a:lnTo>
                    <a:pt x="1237361" y="1654973"/>
                  </a:lnTo>
                  <a:lnTo>
                    <a:pt x="1244401" y="1604328"/>
                  </a:lnTo>
                  <a:lnTo>
                    <a:pt x="1250556" y="1553645"/>
                  </a:lnTo>
                  <a:lnTo>
                    <a:pt x="1255733" y="1502934"/>
                  </a:lnTo>
                  <a:lnTo>
                    <a:pt x="1259836" y="1452204"/>
                  </a:lnTo>
                  <a:lnTo>
                    <a:pt x="1262773" y="1401465"/>
                  </a:lnTo>
                  <a:lnTo>
                    <a:pt x="1264447" y="1350725"/>
                  </a:lnTo>
                  <a:lnTo>
                    <a:pt x="1264766" y="1299995"/>
                  </a:lnTo>
                  <a:lnTo>
                    <a:pt x="1263634" y="1249285"/>
                  </a:lnTo>
                  <a:lnTo>
                    <a:pt x="1260958" y="1198602"/>
                  </a:lnTo>
                  <a:lnTo>
                    <a:pt x="1256643" y="1147957"/>
                  </a:lnTo>
                  <a:lnTo>
                    <a:pt x="1250596" y="1097359"/>
                  </a:lnTo>
                  <a:lnTo>
                    <a:pt x="1242721" y="1046818"/>
                  </a:lnTo>
                  <a:lnTo>
                    <a:pt x="1233158" y="998466"/>
                  </a:lnTo>
                  <a:lnTo>
                    <a:pt x="1221554" y="951056"/>
                  </a:lnTo>
                  <a:lnTo>
                    <a:pt x="1207965" y="904608"/>
                  </a:lnTo>
                  <a:lnTo>
                    <a:pt x="1192444" y="859142"/>
                  </a:lnTo>
                  <a:lnTo>
                    <a:pt x="1175046" y="814678"/>
                  </a:lnTo>
                  <a:lnTo>
                    <a:pt x="1155824" y="771235"/>
                  </a:lnTo>
                  <a:lnTo>
                    <a:pt x="1134833" y="728833"/>
                  </a:lnTo>
                  <a:lnTo>
                    <a:pt x="1112126" y="687492"/>
                  </a:lnTo>
                  <a:lnTo>
                    <a:pt x="1087758" y="647232"/>
                  </a:lnTo>
                  <a:lnTo>
                    <a:pt x="1061782" y="608072"/>
                  </a:lnTo>
                  <a:lnTo>
                    <a:pt x="1034252" y="570032"/>
                  </a:lnTo>
                  <a:lnTo>
                    <a:pt x="1005224" y="533132"/>
                  </a:lnTo>
                  <a:lnTo>
                    <a:pt x="974749" y="497391"/>
                  </a:lnTo>
                  <a:lnTo>
                    <a:pt x="942884" y="462830"/>
                  </a:lnTo>
                  <a:lnTo>
                    <a:pt x="909681" y="429468"/>
                  </a:lnTo>
                  <a:lnTo>
                    <a:pt x="875194" y="397324"/>
                  </a:lnTo>
                  <a:lnTo>
                    <a:pt x="839478" y="366420"/>
                  </a:lnTo>
                  <a:lnTo>
                    <a:pt x="802587" y="336773"/>
                  </a:lnTo>
                  <a:lnTo>
                    <a:pt x="764575" y="308405"/>
                  </a:lnTo>
                  <a:lnTo>
                    <a:pt x="725495" y="281335"/>
                  </a:lnTo>
                  <a:lnTo>
                    <a:pt x="685402" y="255582"/>
                  </a:lnTo>
                  <a:lnTo>
                    <a:pt x="644350" y="231166"/>
                  </a:lnTo>
                  <a:lnTo>
                    <a:pt x="602392" y="208108"/>
                  </a:lnTo>
                  <a:lnTo>
                    <a:pt x="559583" y="186426"/>
                  </a:lnTo>
                  <a:lnTo>
                    <a:pt x="515977" y="166141"/>
                  </a:lnTo>
                  <a:lnTo>
                    <a:pt x="471628" y="147272"/>
                  </a:lnTo>
                  <a:lnTo>
                    <a:pt x="426589" y="129840"/>
                  </a:lnTo>
                  <a:lnTo>
                    <a:pt x="380916" y="113863"/>
                  </a:lnTo>
                  <a:lnTo>
                    <a:pt x="333705" y="99074"/>
                  </a:lnTo>
                  <a:lnTo>
                    <a:pt x="286229" y="85910"/>
                  </a:lnTo>
                  <a:lnTo>
                    <a:pt x="238512" y="74335"/>
                  </a:lnTo>
                  <a:lnTo>
                    <a:pt x="190578" y="64313"/>
                  </a:lnTo>
                  <a:lnTo>
                    <a:pt x="142448" y="55807"/>
                  </a:lnTo>
                  <a:lnTo>
                    <a:pt x="94147" y="48781"/>
                  </a:lnTo>
                  <a:lnTo>
                    <a:pt x="458219" y="97591"/>
                  </a:lnTo>
                  <a:lnTo>
                    <a:pt x="521428" y="122793"/>
                  </a:lnTo>
                  <a:lnTo>
                    <a:pt x="566166" y="142890"/>
                  </a:lnTo>
                  <a:lnTo>
                    <a:pt x="610427" y="164607"/>
                  </a:lnTo>
                  <a:lnTo>
                    <a:pt x="654185" y="187973"/>
                  </a:lnTo>
                  <a:lnTo>
                    <a:pt x="698226" y="213471"/>
                  </a:lnTo>
                  <a:lnTo>
                    <a:pt x="741407" y="240498"/>
                  </a:lnTo>
                  <a:lnTo>
                    <a:pt x="783635" y="269038"/>
                  </a:lnTo>
                  <a:lnTo>
                    <a:pt x="824817" y="299078"/>
                  </a:lnTo>
                  <a:lnTo>
                    <a:pt x="864863" y="330604"/>
                  </a:lnTo>
                  <a:lnTo>
                    <a:pt x="903679" y="363601"/>
                  </a:lnTo>
                  <a:lnTo>
                    <a:pt x="941173" y="398057"/>
                  </a:lnTo>
                  <a:lnTo>
                    <a:pt x="977254" y="433958"/>
                  </a:lnTo>
                  <a:lnTo>
                    <a:pt x="1011828" y="471288"/>
                  </a:lnTo>
                  <a:lnTo>
                    <a:pt x="1044804" y="510035"/>
                  </a:lnTo>
                  <a:lnTo>
                    <a:pt x="1076090" y="550185"/>
                  </a:lnTo>
                  <a:lnTo>
                    <a:pt x="1105592" y="591722"/>
                  </a:lnTo>
                  <a:lnTo>
                    <a:pt x="1133219" y="634635"/>
                  </a:lnTo>
                  <a:lnTo>
                    <a:pt x="1159407" y="679985"/>
                  </a:lnTo>
                  <a:lnTo>
                    <a:pt x="1183266" y="726356"/>
                  </a:lnTo>
                  <a:lnTo>
                    <a:pt x="1204840" y="773668"/>
                  </a:lnTo>
                  <a:lnTo>
                    <a:pt x="1224177" y="821838"/>
                  </a:lnTo>
                  <a:lnTo>
                    <a:pt x="1241323" y="870787"/>
                  </a:lnTo>
                  <a:lnTo>
                    <a:pt x="1256324" y="920433"/>
                  </a:lnTo>
                  <a:lnTo>
                    <a:pt x="1269225" y="970697"/>
                  </a:lnTo>
                  <a:lnTo>
                    <a:pt x="1280074" y="1021497"/>
                  </a:lnTo>
                  <a:lnTo>
                    <a:pt x="1288915" y="1072752"/>
                  </a:lnTo>
                  <a:lnTo>
                    <a:pt x="1295796" y="1124381"/>
                  </a:lnTo>
                  <a:lnTo>
                    <a:pt x="1300763" y="1176305"/>
                  </a:lnTo>
                  <a:lnTo>
                    <a:pt x="1303861" y="1228441"/>
                  </a:lnTo>
                  <a:lnTo>
                    <a:pt x="1305273" y="1278636"/>
                  </a:lnTo>
                  <a:lnTo>
                    <a:pt x="1305352" y="1328716"/>
                  </a:lnTo>
                  <a:lnTo>
                    <a:pt x="1304176" y="1378687"/>
                  </a:lnTo>
                  <a:lnTo>
                    <a:pt x="1301826" y="1428555"/>
                  </a:lnTo>
                  <a:lnTo>
                    <a:pt x="1298380" y="1478326"/>
                  </a:lnTo>
                  <a:lnTo>
                    <a:pt x="1293918" y="1528006"/>
                  </a:lnTo>
                  <a:lnTo>
                    <a:pt x="1288519" y="1577600"/>
                  </a:lnTo>
                  <a:lnTo>
                    <a:pt x="1282262" y="1627115"/>
                  </a:lnTo>
                  <a:lnTo>
                    <a:pt x="1275227" y="1676557"/>
                  </a:lnTo>
                  <a:lnTo>
                    <a:pt x="1267493" y="1725931"/>
                  </a:lnTo>
                  <a:lnTo>
                    <a:pt x="1259139" y="1775244"/>
                  </a:lnTo>
                  <a:lnTo>
                    <a:pt x="1250244" y="1824501"/>
                  </a:lnTo>
                  <a:lnTo>
                    <a:pt x="1240888" y="1873709"/>
                  </a:lnTo>
                  <a:lnTo>
                    <a:pt x="1231151" y="1922873"/>
                  </a:lnTo>
                  <a:lnTo>
                    <a:pt x="1221111" y="1971999"/>
                  </a:lnTo>
                  <a:lnTo>
                    <a:pt x="1210847" y="2021094"/>
                  </a:lnTo>
                  <a:lnTo>
                    <a:pt x="1200440" y="2070162"/>
                  </a:lnTo>
                  <a:lnTo>
                    <a:pt x="1179510" y="2168245"/>
                  </a:lnTo>
                  <a:lnTo>
                    <a:pt x="1169146" y="2217272"/>
                  </a:lnTo>
                  <a:lnTo>
                    <a:pt x="1158956" y="2266297"/>
                  </a:lnTo>
                  <a:lnTo>
                    <a:pt x="1149018" y="2315325"/>
                  </a:lnTo>
                  <a:lnTo>
                    <a:pt x="1139412" y="2364363"/>
                  </a:lnTo>
                  <a:lnTo>
                    <a:pt x="1130217" y="2413417"/>
                  </a:lnTo>
                  <a:lnTo>
                    <a:pt x="1121512" y="2462492"/>
                  </a:lnTo>
                  <a:lnTo>
                    <a:pt x="1113377" y="2511595"/>
                  </a:lnTo>
                  <a:lnTo>
                    <a:pt x="1105491" y="2563143"/>
                  </a:lnTo>
                  <a:lnTo>
                    <a:pt x="1100743" y="2597557"/>
                  </a:lnTo>
                  <a:lnTo>
                    <a:pt x="1098351" y="2614894"/>
                  </a:lnTo>
                  <a:lnTo>
                    <a:pt x="1092091" y="2666811"/>
                  </a:lnTo>
                  <a:lnTo>
                    <a:pt x="1086845" y="2718858"/>
                  </a:lnTo>
                  <a:lnTo>
                    <a:pt x="1082748" y="2771000"/>
                  </a:lnTo>
                  <a:lnTo>
                    <a:pt x="1079933" y="2823198"/>
                  </a:lnTo>
                  <a:lnTo>
                    <a:pt x="1078536" y="2875418"/>
                  </a:lnTo>
                  <a:lnTo>
                    <a:pt x="1078691" y="2927623"/>
                  </a:lnTo>
                  <a:lnTo>
                    <a:pt x="1080531" y="2979777"/>
                  </a:lnTo>
                  <a:lnTo>
                    <a:pt x="1084192" y="3031843"/>
                  </a:lnTo>
                  <a:lnTo>
                    <a:pt x="1089807" y="3083786"/>
                  </a:lnTo>
                  <a:lnTo>
                    <a:pt x="1097511" y="3135569"/>
                  </a:lnTo>
                  <a:lnTo>
                    <a:pt x="1107204" y="3185621"/>
                  </a:lnTo>
                  <a:lnTo>
                    <a:pt x="1119184" y="3234971"/>
                  </a:lnTo>
                  <a:lnTo>
                    <a:pt x="1133429" y="3283542"/>
                  </a:lnTo>
                  <a:lnTo>
                    <a:pt x="1149917" y="3331257"/>
                  </a:lnTo>
                  <a:lnTo>
                    <a:pt x="1168624" y="3378039"/>
                  </a:lnTo>
                  <a:lnTo>
                    <a:pt x="1189528" y="3423812"/>
                  </a:lnTo>
                  <a:lnTo>
                    <a:pt x="1195689" y="3435742"/>
                  </a:lnTo>
                  <a:lnTo>
                    <a:pt x="1148174" y="3435742"/>
                  </a:lnTo>
                  <a:close/>
                </a:path>
              </a:pathLst>
            </a:custGeom>
            <a:solidFill>
              <a:srgbClr val="D89C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880192" y="982999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1525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499317" y="5437205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15254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3510319" y="378376"/>
            <a:ext cx="4524375" cy="4425950"/>
            <a:chOff x="13510319" y="378376"/>
            <a:chExt cx="4524375" cy="4425950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05497" y="378376"/>
              <a:ext cx="4333764" cy="43306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605569" y="1762303"/>
              <a:ext cx="4333875" cy="2947035"/>
            </a:xfrm>
            <a:custGeom>
              <a:avLst/>
              <a:gdLst/>
              <a:ahLst/>
              <a:cxnLst/>
              <a:rect l="l" t="t" r="r" b="b"/>
              <a:pathLst>
                <a:path w="4333875" h="2947035">
                  <a:moveTo>
                    <a:pt x="1931560" y="2934072"/>
                  </a:moveTo>
                  <a:lnTo>
                    <a:pt x="1974829" y="2938347"/>
                  </a:lnTo>
                  <a:lnTo>
                    <a:pt x="2022408" y="2941999"/>
                  </a:lnTo>
                  <a:lnTo>
                    <a:pt x="2070269" y="2944622"/>
                  </a:lnTo>
                  <a:lnTo>
                    <a:pt x="2118399" y="2946203"/>
                  </a:lnTo>
                  <a:lnTo>
                    <a:pt x="2166789" y="2946772"/>
                  </a:lnTo>
                  <a:lnTo>
                    <a:pt x="2215179" y="2946203"/>
                  </a:lnTo>
                  <a:lnTo>
                    <a:pt x="2263310" y="2944622"/>
                  </a:lnTo>
                  <a:lnTo>
                    <a:pt x="2311170" y="2941999"/>
                  </a:lnTo>
                  <a:lnTo>
                    <a:pt x="2358749" y="2938347"/>
                  </a:lnTo>
                  <a:lnTo>
                    <a:pt x="2402018" y="2934072"/>
                  </a:lnTo>
                </a:path>
                <a:path w="4333875" h="2947035">
                  <a:moveTo>
                    <a:pt x="1833890" y="2921372"/>
                  </a:moveTo>
                  <a:lnTo>
                    <a:pt x="1880559" y="2927996"/>
                  </a:lnTo>
                  <a:lnTo>
                    <a:pt x="1927542" y="2933675"/>
                  </a:lnTo>
                  <a:lnTo>
                    <a:pt x="1931560" y="2934072"/>
                  </a:lnTo>
                </a:path>
                <a:path w="4333875" h="2947035">
                  <a:moveTo>
                    <a:pt x="2402018" y="2934072"/>
                  </a:moveTo>
                  <a:lnTo>
                    <a:pt x="2406036" y="2933675"/>
                  </a:lnTo>
                  <a:lnTo>
                    <a:pt x="2453019" y="2927996"/>
                  </a:lnTo>
                  <a:lnTo>
                    <a:pt x="2499703" y="2921318"/>
                  </a:lnTo>
                </a:path>
                <a:path w="4333875" h="2947035">
                  <a:moveTo>
                    <a:pt x="1698507" y="2895972"/>
                  </a:moveTo>
                  <a:lnTo>
                    <a:pt x="1741539" y="2905020"/>
                  </a:lnTo>
                  <a:lnTo>
                    <a:pt x="1787546" y="2913657"/>
                  </a:lnTo>
                  <a:lnTo>
                    <a:pt x="1833890" y="2921372"/>
                  </a:lnTo>
                </a:path>
                <a:path w="4333875" h="2947035">
                  <a:moveTo>
                    <a:pt x="2499688" y="2921372"/>
                  </a:moveTo>
                  <a:lnTo>
                    <a:pt x="2546032" y="2913657"/>
                  </a:lnTo>
                  <a:lnTo>
                    <a:pt x="2592040" y="2905020"/>
                  </a:lnTo>
                  <a:lnTo>
                    <a:pt x="2635071" y="2895972"/>
                  </a:lnTo>
                </a:path>
                <a:path w="4333875" h="2947035">
                  <a:moveTo>
                    <a:pt x="396" y="736972"/>
                  </a:moveTo>
                  <a:lnTo>
                    <a:pt x="0" y="779871"/>
                  </a:lnTo>
                  <a:lnTo>
                    <a:pt x="349" y="828261"/>
                  </a:lnTo>
                  <a:lnTo>
                    <a:pt x="2026" y="876391"/>
                  </a:lnTo>
                  <a:lnTo>
                    <a:pt x="4660" y="924251"/>
                  </a:lnTo>
                  <a:lnTo>
                    <a:pt x="8313" y="971830"/>
                  </a:lnTo>
                  <a:lnTo>
                    <a:pt x="12984" y="1019117"/>
                  </a:lnTo>
                  <a:lnTo>
                    <a:pt x="18663" y="1066100"/>
                  </a:lnTo>
                  <a:lnTo>
                    <a:pt x="25340" y="1112769"/>
                  </a:lnTo>
                  <a:lnTo>
                    <a:pt x="33002" y="1159113"/>
                  </a:lnTo>
                  <a:lnTo>
                    <a:pt x="41639" y="1205121"/>
                  </a:lnTo>
                  <a:lnTo>
                    <a:pt x="51240" y="1250781"/>
                  </a:lnTo>
                  <a:lnTo>
                    <a:pt x="61794" y="1296082"/>
                  </a:lnTo>
                  <a:lnTo>
                    <a:pt x="73289" y="1341015"/>
                  </a:lnTo>
                  <a:lnTo>
                    <a:pt x="85716" y="1385567"/>
                  </a:lnTo>
                  <a:lnTo>
                    <a:pt x="99062" y="1429727"/>
                  </a:lnTo>
                  <a:lnTo>
                    <a:pt x="113290" y="1473496"/>
                  </a:lnTo>
                  <a:lnTo>
                    <a:pt x="128471" y="1516830"/>
                  </a:lnTo>
                  <a:lnTo>
                    <a:pt x="144511" y="1559750"/>
                  </a:lnTo>
                  <a:lnTo>
                    <a:pt x="161426" y="1602235"/>
                  </a:lnTo>
                  <a:lnTo>
                    <a:pt x="179207" y="1644274"/>
                  </a:lnTo>
                  <a:lnTo>
                    <a:pt x="197841" y="1685855"/>
                  </a:lnTo>
                  <a:lnTo>
                    <a:pt x="217318" y="1726967"/>
                  </a:lnTo>
                  <a:lnTo>
                    <a:pt x="237627" y="1767600"/>
                  </a:lnTo>
                  <a:lnTo>
                    <a:pt x="258757" y="1807743"/>
                  </a:lnTo>
                  <a:lnTo>
                    <a:pt x="280696" y="1847384"/>
                  </a:lnTo>
                  <a:lnTo>
                    <a:pt x="303434" y="1886513"/>
                  </a:lnTo>
                  <a:lnTo>
                    <a:pt x="326960" y="1925118"/>
                  </a:lnTo>
                  <a:lnTo>
                    <a:pt x="351262" y="1963188"/>
                  </a:lnTo>
                  <a:lnTo>
                    <a:pt x="376331" y="2000713"/>
                  </a:lnTo>
                  <a:lnTo>
                    <a:pt x="402154" y="2037682"/>
                  </a:lnTo>
                  <a:lnTo>
                    <a:pt x="428720" y="2074083"/>
                  </a:lnTo>
                  <a:lnTo>
                    <a:pt x="456020" y="2109905"/>
                  </a:lnTo>
                  <a:lnTo>
                    <a:pt x="484041" y="2145138"/>
                  </a:lnTo>
                  <a:lnTo>
                    <a:pt x="512772" y="2179770"/>
                  </a:lnTo>
                  <a:lnTo>
                    <a:pt x="542204" y="2213791"/>
                  </a:lnTo>
                  <a:lnTo>
                    <a:pt x="572324" y="2247189"/>
                  </a:lnTo>
                  <a:lnTo>
                    <a:pt x="603121" y="2279954"/>
                  </a:lnTo>
                  <a:lnTo>
                    <a:pt x="634586" y="2312074"/>
                  </a:lnTo>
                  <a:lnTo>
                    <a:pt x="666706" y="2343538"/>
                  </a:lnTo>
                  <a:lnTo>
                    <a:pt x="699470" y="2374336"/>
                  </a:lnTo>
                  <a:lnTo>
                    <a:pt x="732868" y="2404456"/>
                  </a:lnTo>
                  <a:lnTo>
                    <a:pt x="766889" y="2433887"/>
                  </a:lnTo>
                  <a:lnTo>
                    <a:pt x="801521" y="2462619"/>
                  </a:lnTo>
                  <a:lnTo>
                    <a:pt x="836754" y="2490640"/>
                  </a:lnTo>
                  <a:lnTo>
                    <a:pt x="872576" y="2517939"/>
                  </a:lnTo>
                  <a:lnTo>
                    <a:pt x="908977" y="2544506"/>
                  </a:lnTo>
                  <a:lnTo>
                    <a:pt x="945946" y="2570329"/>
                  </a:lnTo>
                  <a:lnTo>
                    <a:pt x="983471" y="2595397"/>
                  </a:lnTo>
                  <a:lnTo>
                    <a:pt x="1021542" y="2619700"/>
                  </a:lnTo>
                  <a:lnTo>
                    <a:pt x="1060147" y="2643225"/>
                  </a:lnTo>
                  <a:lnTo>
                    <a:pt x="1099275" y="2665963"/>
                  </a:lnTo>
                  <a:lnTo>
                    <a:pt x="1138916" y="2687903"/>
                  </a:lnTo>
                  <a:lnTo>
                    <a:pt x="1179059" y="2709032"/>
                  </a:lnTo>
                  <a:lnTo>
                    <a:pt x="1219692" y="2729341"/>
                  </a:lnTo>
                  <a:lnTo>
                    <a:pt x="1260805" y="2748818"/>
                  </a:lnTo>
                  <a:lnTo>
                    <a:pt x="1302386" y="2767453"/>
                  </a:lnTo>
                  <a:lnTo>
                    <a:pt x="1344424" y="2785233"/>
                  </a:lnTo>
                  <a:lnTo>
                    <a:pt x="1386909" y="2802149"/>
                  </a:lnTo>
                  <a:lnTo>
                    <a:pt x="1429829" y="2818189"/>
                  </a:lnTo>
                  <a:lnTo>
                    <a:pt x="1473174" y="2833342"/>
                  </a:lnTo>
                  <a:lnTo>
                    <a:pt x="1516932" y="2847597"/>
                  </a:lnTo>
                  <a:lnTo>
                    <a:pt x="1561093" y="2860943"/>
                  </a:lnTo>
                  <a:lnTo>
                    <a:pt x="1605645" y="2873370"/>
                  </a:lnTo>
                  <a:lnTo>
                    <a:pt x="1650577" y="2884866"/>
                  </a:lnTo>
                  <a:lnTo>
                    <a:pt x="1695879" y="2895419"/>
                  </a:lnTo>
                  <a:lnTo>
                    <a:pt x="1698507" y="2895972"/>
                  </a:lnTo>
                </a:path>
                <a:path w="4333875" h="2947035">
                  <a:moveTo>
                    <a:pt x="2635071" y="2895972"/>
                  </a:moveTo>
                  <a:lnTo>
                    <a:pt x="2683001" y="2884866"/>
                  </a:lnTo>
                  <a:lnTo>
                    <a:pt x="2727934" y="2873370"/>
                  </a:lnTo>
                  <a:lnTo>
                    <a:pt x="2772486" y="2860943"/>
                  </a:lnTo>
                  <a:lnTo>
                    <a:pt x="2816646" y="2847597"/>
                  </a:lnTo>
                  <a:lnTo>
                    <a:pt x="2860404" y="2833342"/>
                  </a:lnTo>
                  <a:lnTo>
                    <a:pt x="2903749" y="2818189"/>
                  </a:lnTo>
                  <a:lnTo>
                    <a:pt x="2946669" y="2802149"/>
                  </a:lnTo>
                  <a:lnTo>
                    <a:pt x="2989154" y="2785233"/>
                  </a:lnTo>
                  <a:lnTo>
                    <a:pt x="3031193" y="2767453"/>
                  </a:lnTo>
                  <a:lnTo>
                    <a:pt x="3072774" y="2748818"/>
                  </a:lnTo>
                  <a:lnTo>
                    <a:pt x="3113886" y="2729341"/>
                  </a:lnTo>
                  <a:lnTo>
                    <a:pt x="3154519" y="2709032"/>
                  </a:lnTo>
                  <a:lnTo>
                    <a:pt x="3194662" y="2687903"/>
                  </a:lnTo>
                  <a:lnTo>
                    <a:pt x="3234303" y="2665963"/>
                  </a:lnTo>
                  <a:lnTo>
                    <a:pt x="3273431" y="2643225"/>
                  </a:lnTo>
                  <a:lnTo>
                    <a:pt x="3312037" y="2619700"/>
                  </a:lnTo>
                  <a:lnTo>
                    <a:pt x="3350107" y="2595397"/>
                  </a:lnTo>
                  <a:lnTo>
                    <a:pt x="3387632" y="2570329"/>
                  </a:lnTo>
                  <a:lnTo>
                    <a:pt x="3424601" y="2544506"/>
                  </a:lnTo>
                  <a:lnTo>
                    <a:pt x="3461002" y="2517939"/>
                  </a:lnTo>
                  <a:lnTo>
                    <a:pt x="3496824" y="2490640"/>
                  </a:lnTo>
                  <a:lnTo>
                    <a:pt x="3532057" y="2462619"/>
                  </a:lnTo>
                  <a:lnTo>
                    <a:pt x="3566689" y="2433887"/>
                  </a:lnTo>
                  <a:lnTo>
                    <a:pt x="3600710" y="2404456"/>
                  </a:lnTo>
                  <a:lnTo>
                    <a:pt x="3634108" y="2374336"/>
                  </a:lnTo>
                  <a:lnTo>
                    <a:pt x="3666873" y="2343538"/>
                  </a:lnTo>
                  <a:lnTo>
                    <a:pt x="3698992" y="2312074"/>
                  </a:lnTo>
                  <a:lnTo>
                    <a:pt x="3730457" y="2279954"/>
                  </a:lnTo>
                  <a:lnTo>
                    <a:pt x="3761254" y="2247189"/>
                  </a:lnTo>
                  <a:lnTo>
                    <a:pt x="3791374" y="2213791"/>
                  </a:lnTo>
                  <a:lnTo>
                    <a:pt x="3820806" y="2179770"/>
                  </a:lnTo>
                  <a:lnTo>
                    <a:pt x="3849537" y="2145138"/>
                  </a:lnTo>
                  <a:lnTo>
                    <a:pt x="3877559" y="2109905"/>
                  </a:lnTo>
                  <a:lnTo>
                    <a:pt x="3904858" y="2074083"/>
                  </a:lnTo>
                  <a:lnTo>
                    <a:pt x="3931425" y="2037682"/>
                  </a:lnTo>
                  <a:lnTo>
                    <a:pt x="3957248" y="2000713"/>
                  </a:lnTo>
                  <a:lnTo>
                    <a:pt x="3982316" y="1963188"/>
                  </a:lnTo>
                  <a:lnTo>
                    <a:pt x="4006618" y="1925118"/>
                  </a:lnTo>
                  <a:lnTo>
                    <a:pt x="4030144" y="1886513"/>
                  </a:lnTo>
                  <a:lnTo>
                    <a:pt x="4052882" y="1847384"/>
                  </a:lnTo>
                  <a:lnTo>
                    <a:pt x="4074822" y="1807743"/>
                  </a:lnTo>
                  <a:lnTo>
                    <a:pt x="4095951" y="1767600"/>
                  </a:lnTo>
                  <a:lnTo>
                    <a:pt x="4116260" y="1726967"/>
                  </a:lnTo>
                  <a:lnTo>
                    <a:pt x="4135737" y="1685855"/>
                  </a:lnTo>
                  <a:lnTo>
                    <a:pt x="4154371" y="1644274"/>
                  </a:lnTo>
                  <a:lnTo>
                    <a:pt x="4172152" y="1602235"/>
                  </a:lnTo>
                  <a:lnTo>
                    <a:pt x="4189068" y="1559750"/>
                  </a:lnTo>
                  <a:lnTo>
                    <a:pt x="4205108" y="1516830"/>
                  </a:lnTo>
                  <a:lnTo>
                    <a:pt x="4220319" y="1473503"/>
                  </a:lnTo>
                  <a:lnTo>
                    <a:pt x="4234516" y="1429727"/>
                  </a:lnTo>
                  <a:lnTo>
                    <a:pt x="4247862" y="1385567"/>
                  </a:lnTo>
                  <a:lnTo>
                    <a:pt x="4260289" y="1341015"/>
                  </a:lnTo>
                  <a:lnTo>
                    <a:pt x="4271784" y="1296082"/>
                  </a:lnTo>
                  <a:lnTo>
                    <a:pt x="4282338" y="1250781"/>
                  </a:lnTo>
                  <a:lnTo>
                    <a:pt x="4291939" y="1205121"/>
                  </a:lnTo>
                  <a:lnTo>
                    <a:pt x="4300576" y="1159113"/>
                  </a:lnTo>
                  <a:lnTo>
                    <a:pt x="4308239" y="1112769"/>
                  </a:lnTo>
                  <a:lnTo>
                    <a:pt x="4314915" y="1066100"/>
                  </a:lnTo>
                  <a:lnTo>
                    <a:pt x="4320594" y="1019117"/>
                  </a:lnTo>
                  <a:lnTo>
                    <a:pt x="4325266" y="971830"/>
                  </a:lnTo>
                  <a:lnTo>
                    <a:pt x="4328918" y="924251"/>
                  </a:lnTo>
                  <a:lnTo>
                    <a:pt x="4331525" y="876669"/>
                  </a:lnTo>
                  <a:lnTo>
                    <a:pt x="4333122" y="828260"/>
                  </a:lnTo>
                  <a:lnTo>
                    <a:pt x="4333565" y="787771"/>
                  </a:lnTo>
                </a:path>
                <a:path w="4333875" h="2947035">
                  <a:moveTo>
                    <a:pt x="4333182" y="736972"/>
                  </a:moveTo>
                  <a:lnTo>
                    <a:pt x="4333009" y="731484"/>
                  </a:lnTo>
                  <a:lnTo>
                    <a:pt x="4331627" y="686171"/>
                  </a:lnTo>
                  <a:lnTo>
                    <a:pt x="4331430" y="683357"/>
                  </a:lnTo>
                </a:path>
                <a:path w="4333875" h="2947035">
                  <a:moveTo>
                    <a:pt x="4189198" y="338"/>
                  </a:moveTo>
                  <a:lnTo>
                    <a:pt x="4189046" y="0"/>
                  </a:lnTo>
                </a:path>
              </a:pathLst>
            </a:custGeom>
            <a:ln w="190499">
              <a:solidFill>
                <a:srgbClr val="D89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15193001" y="7196352"/>
            <a:ext cx="1340485" cy="96520"/>
          </a:xfrm>
          <a:custGeom>
            <a:avLst/>
            <a:gdLst/>
            <a:ahLst/>
            <a:cxnLst/>
            <a:rect l="l" t="t" r="r" b="b"/>
            <a:pathLst>
              <a:path w="1340484" h="96520">
                <a:moveTo>
                  <a:pt x="41738" y="96492"/>
                </a:moveTo>
                <a:lnTo>
                  <a:pt x="7790" y="77951"/>
                </a:lnTo>
                <a:lnTo>
                  <a:pt x="0" y="49534"/>
                </a:lnTo>
                <a:lnTo>
                  <a:pt x="1902" y="39720"/>
                </a:lnTo>
                <a:lnTo>
                  <a:pt x="28697" y="11823"/>
                </a:lnTo>
                <a:lnTo>
                  <a:pt x="41738" y="9265"/>
                </a:lnTo>
                <a:lnTo>
                  <a:pt x="54935" y="10880"/>
                </a:lnTo>
                <a:lnTo>
                  <a:pt x="1308368" y="0"/>
                </a:lnTo>
                <a:lnTo>
                  <a:pt x="1317265" y="3211"/>
                </a:lnTo>
                <a:lnTo>
                  <a:pt x="1328628" y="11770"/>
                </a:lnTo>
                <a:lnTo>
                  <a:pt x="1336647" y="23520"/>
                </a:lnTo>
                <a:lnTo>
                  <a:pt x="1340476" y="37221"/>
                </a:lnTo>
                <a:lnTo>
                  <a:pt x="1339710" y="51426"/>
                </a:lnTo>
                <a:lnTo>
                  <a:pt x="1308368" y="83997"/>
                </a:lnTo>
                <a:lnTo>
                  <a:pt x="55370" y="92701"/>
                </a:lnTo>
                <a:lnTo>
                  <a:pt x="54935" y="94877"/>
                </a:lnTo>
                <a:lnTo>
                  <a:pt x="51708" y="95754"/>
                </a:lnTo>
                <a:lnTo>
                  <a:pt x="41738" y="964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4847532" y="6734174"/>
            <a:ext cx="2524760" cy="2247900"/>
          </a:xfrm>
          <a:custGeom>
            <a:avLst/>
            <a:gdLst/>
            <a:ahLst/>
            <a:cxnLst/>
            <a:rect l="l" t="t" r="r" b="b"/>
            <a:pathLst>
              <a:path w="2524759" h="2247900">
                <a:moveTo>
                  <a:pt x="1685937" y="895451"/>
                </a:moveTo>
                <a:lnTo>
                  <a:pt x="1682115" y="881761"/>
                </a:lnTo>
                <a:lnTo>
                  <a:pt x="1674088" y="870000"/>
                </a:lnTo>
                <a:lnTo>
                  <a:pt x="1662722" y="861441"/>
                </a:lnTo>
                <a:lnTo>
                  <a:pt x="1653832" y="858240"/>
                </a:lnTo>
                <a:lnTo>
                  <a:pt x="399529" y="866940"/>
                </a:lnTo>
                <a:lnTo>
                  <a:pt x="368185" y="899515"/>
                </a:lnTo>
                <a:lnTo>
                  <a:pt x="367423" y="913714"/>
                </a:lnTo>
                <a:lnTo>
                  <a:pt x="371246" y="927417"/>
                </a:lnTo>
                <a:lnTo>
                  <a:pt x="379272" y="939165"/>
                </a:lnTo>
                <a:lnTo>
                  <a:pt x="390626" y="947724"/>
                </a:lnTo>
                <a:lnTo>
                  <a:pt x="400837" y="951801"/>
                </a:lnTo>
                <a:lnTo>
                  <a:pt x="1653832" y="942225"/>
                </a:lnTo>
                <a:lnTo>
                  <a:pt x="1685175" y="909662"/>
                </a:lnTo>
                <a:lnTo>
                  <a:pt x="1685937" y="895451"/>
                </a:lnTo>
                <a:close/>
              </a:path>
              <a:path w="2524759" h="2247900">
                <a:moveTo>
                  <a:pt x="2524264" y="635000"/>
                </a:moveTo>
                <a:lnTo>
                  <a:pt x="2523934" y="635000"/>
                </a:lnTo>
                <a:lnTo>
                  <a:pt x="2522588" y="622300"/>
                </a:lnTo>
                <a:lnTo>
                  <a:pt x="2521585" y="609600"/>
                </a:lnTo>
                <a:lnTo>
                  <a:pt x="2518892" y="596900"/>
                </a:lnTo>
                <a:lnTo>
                  <a:pt x="2517229" y="596900"/>
                </a:lnTo>
                <a:lnTo>
                  <a:pt x="2513241" y="584200"/>
                </a:lnTo>
                <a:lnTo>
                  <a:pt x="2510929" y="571500"/>
                </a:lnTo>
                <a:lnTo>
                  <a:pt x="2505672" y="558800"/>
                </a:lnTo>
                <a:lnTo>
                  <a:pt x="2502738" y="558800"/>
                </a:lnTo>
                <a:lnTo>
                  <a:pt x="2496261" y="546100"/>
                </a:lnTo>
                <a:lnTo>
                  <a:pt x="2492730" y="533400"/>
                </a:lnTo>
                <a:lnTo>
                  <a:pt x="2485098" y="520700"/>
                </a:lnTo>
                <a:lnTo>
                  <a:pt x="2481008" y="520700"/>
                </a:lnTo>
                <a:lnTo>
                  <a:pt x="2472296" y="508000"/>
                </a:lnTo>
                <a:lnTo>
                  <a:pt x="2467686" y="508000"/>
                </a:lnTo>
                <a:lnTo>
                  <a:pt x="2457970" y="495300"/>
                </a:lnTo>
                <a:lnTo>
                  <a:pt x="2452890" y="482600"/>
                </a:lnTo>
                <a:lnTo>
                  <a:pt x="2442451" y="482600"/>
                </a:lnTo>
                <a:lnTo>
                  <a:pt x="2442451" y="647700"/>
                </a:lnTo>
                <a:lnTo>
                  <a:pt x="2440267" y="1625600"/>
                </a:lnTo>
                <a:lnTo>
                  <a:pt x="2440190" y="1638300"/>
                </a:lnTo>
                <a:lnTo>
                  <a:pt x="2439301" y="1638300"/>
                </a:lnTo>
                <a:lnTo>
                  <a:pt x="2435961" y="1663700"/>
                </a:lnTo>
                <a:lnTo>
                  <a:pt x="2433523" y="1663700"/>
                </a:lnTo>
                <a:lnTo>
                  <a:pt x="2427122" y="1676400"/>
                </a:lnTo>
                <a:lnTo>
                  <a:pt x="2423223" y="1689100"/>
                </a:lnTo>
                <a:lnTo>
                  <a:pt x="2414016" y="1701800"/>
                </a:lnTo>
                <a:lnTo>
                  <a:pt x="2408809" y="1714500"/>
                </a:lnTo>
                <a:lnTo>
                  <a:pt x="2397137" y="1714500"/>
                </a:lnTo>
                <a:lnTo>
                  <a:pt x="2390813" y="1727200"/>
                </a:lnTo>
                <a:lnTo>
                  <a:pt x="2377135" y="1739900"/>
                </a:lnTo>
                <a:lnTo>
                  <a:pt x="2354745" y="1739900"/>
                </a:lnTo>
                <a:lnTo>
                  <a:pt x="2346922" y="1752600"/>
                </a:lnTo>
                <a:lnTo>
                  <a:pt x="2297569" y="1752600"/>
                </a:lnTo>
                <a:lnTo>
                  <a:pt x="2290216" y="1765300"/>
                </a:lnTo>
                <a:lnTo>
                  <a:pt x="2279472" y="1765300"/>
                </a:lnTo>
                <a:lnTo>
                  <a:pt x="2276475" y="1778000"/>
                </a:lnTo>
                <a:lnTo>
                  <a:pt x="2272665" y="1790700"/>
                </a:lnTo>
                <a:lnTo>
                  <a:pt x="2272042" y="1790700"/>
                </a:lnTo>
                <a:lnTo>
                  <a:pt x="2272715" y="1803400"/>
                </a:lnTo>
                <a:lnTo>
                  <a:pt x="2306663" y="2108200"/>
                </a:lnTo>
                <a:lnTo>
                  <a:pt x="1827923" y="1752600"/>
                </a:lnTo>
                <a:lnTo>
                  <a:pt x="645287" y="1752600"/>
                </a:lnTo>
                <a:lnTo>
                  <a:pt x="637501" y="1739900"/>
                </a:lnTo>
                <a:lnTo>
                  <a:pt x="615188" y="1739900"/>
                </a:lnTo>
                <a:lnTo>
                  <a:pt x="601560" y="1727200"/>
                </a:lnTo>
                <a:lnTo>
                  <a:pt x="595261" y="1714500"/>
                </a:lnTo>
                <a:lnTo>
                  <a:pt x="583666" y="1714500"/>
                </a:lnTo>
                <a:lnTo>
                  <a:pt x="578485" y="1701800"/>
                </a:lnTo>
                <a:lnTo>
                  <a:pt x="569366" y="1689100"/>
                </a:lnTo>
                <a:lnTo>
                  <a:pt x="565505" y="1676400"/>
                </a:lnTo>
                <a:lnTo>
                  <a:pt x="559206" y="1663700"/>
                </a:lnTo>
                <a:lnTo>
                  <a:pt x="556818" y="1663700"/>
                </a:lnTo>
                <a:lnTo>
                  <a:pt x="553580" y="1638300"/>
                </a:lnTo>
                <a:lnTo>
                  <a:pt x="552754" y="1638300"/>
                </a:lnTo>
                <a:lnTo>
                  <a:pt x="552742" y="1587500"/>
                </a:lnTo>
                <a:lnTo>
                  <a:pt x="552729" y="1524000"/>
                </a:lnTo>
                <a:lnTo>
                  <a:pt x="736384" y="1397000"/>
                </a:lnTo>
                <a:lnTo>
                  <a:pt x="1859889" y="1397000"/>
                </a:lnTo>
                <a:lnTo>
                  <a:pt x="1873516" y="1384300"/>
                </a:lnTo>
                <a:lnTo>
                  <a:pt x="1919909" y="1384300"/>
                </a:lnTo>
                <a:lnTo>
                  <a:pt x="1932571" y="1371600"/>
                </a:lnTo>
                <a:lnTo>
                  <a:pt x="1938756" y="1371600"/>
                </a:lnTo>
                <a:lnTo>
                  <a:pt x="1950834" y="1358900"/>
                </a:lnTo>
                <a:lnTo>
                  <a:pt x="1968093" y="1358900"/>
                </a:lnTo>
                <a:lnTo>
                  <a:pt x="1973592" y="1346200"/>
                </a:lnTo>
                <a:lnTo>
                  <a:pt x="1984184" y="1346200"/>
                </a:lnTo>
                <a:lnTo>
                  <a:pt x="1989251" y="1333500"/>
                </a:lnTo>
                <a:lnTo>
                  <a:pt x="1998941" y="1320800"/>
                </a:lnTo>
                <a:lnTo>
                  <a:pt x="2003539" y="1320800"/>
                </a:lnTo>
                <a:lnTo>
                  <a:pt x="2012238" y="1308100"/>
                </a:lnTo>
                <a:lnTo>
                  <a:pt x="2016315" y="1308100"/>
                </a:lnTo>
                <a:lnTo>
                  <a:pt x="2023935" y="1295400"/>
                </a:lnTo>
                <a:lnTo>
                  <a:pt x="2027453" y="1282700"/>
                </a:lnTo>
                <a:lnTo>
                  <a:pt x="2033930" y="1270000"/>
                </a:lnTo>
                <a:lnTo>
                  <a:pt x="2036864" y="1270000"/>
                </a:lnTo>
                <a:lnTo>
                  <a:pt x="2042121" y="1257300"/>
                </a:lnTo>
                <a:lnTo>
                  <a:pt x="2044433" y="1244600"/>
                </a:lnTo>
                <a:lnTo>
                  <a:pt x="2048421" y="1231900"/>
                </a:lnTo>
                <a:lnTo>
                  <a:pt x="2050097" y="1231900"/>
                </a:lnTo>
                <a:lnTo>
                  <a:pt x="2052789" y="1219200"/>
                </a:lnTo>
                <a:lnTo>
                  <a:pt x="2053805" y="1206500"/>
                </a:lnTo>
                <a:lnTo>
                  <a:pt x="2055177" y="1193800"/>
                </a:lnTo>
                <a:lnTo>
                  <a:pt x="2055520" y="1193800"/>
                </a:lnTo>
                <a:lnTo>
                  <a:pt x="2055533" y="520700"/>
                </a:lnTo>
                <a:lnTo>
                  <a:pt x="2349233" y="520700"/>
                </a:lnTo>
                <a:lnTo>
                  <a:pt x="2357082" y="533400"/>
                </a:lnTo>
                <a:lnTo>
                  <a:pt x="2379561" y="533400"/>
                </a:lnTo>
                <a:lnTo>
                  <a:pt x="2393264" y="546100"/>
                </a:lnTo>
                <a:lnTo>
                  <a:pt x="2399614" y="546100"/>
                </a:lnTo>
                <a:lnTo>
                  <a:pt x="2411285" y="558800"/>
                </a:lnTo>
                <a:lnTo>
                  <a:pt x="2416505" y="571500"/>
                </a:lnTo>
                <a:lnTo>
                  <a:pt x="2425687" y="584200"/>
                </a:lnTo>
                <a:lnTo>
                  <a:pt x="2429573" y="584200"/>
                </a:lnTo>
                <a:lnTo>
                  <a:pt x="2435923" y="609600"/>
                </a:lnTo>
                <a:lnTo>
                  <a:pt x="2438323" y="609600"/>
                </a:lnTo>
                <a:lnTo>
                  <a:pt x="2441587" y="635000"/>
                </a:lnTo>
                <a:lnTo>
                  <a:pt x="2442426" y="635000"/>
                </a:lnTo>
                <a:lnTo>
                  <a:pt x="2442451" y="647700"/>
                </a:lnTo>
                <a:lnTo>
                  <a:pt x="2442451" y="482600"/>
                </a:lnTo>
                <a:lnTo>
                  <a:pt x="2442260" y="482600"/>
                </a:lnTo>
                <a:lnTo>
                  <a:pt x="2436749" y="469900"/>
                </a:lnTo>
                <a:lnTo>
                  <a:pt x="2419439" y="469900"/>
                </a:lnTo>
                <a:lnTo>
                  <a:pt x="2407323" y="457200"/>
                </a:lnTo>
                <a:lnTo>
                  <a:pt x="2401112" y="457200"/>
                </a:lnTo>
                <a:lnTo>
                  <a:pt x="2388425" y="444500"/>
                </a:lnTo>
                <a:lnTo>
                  <a:pt x="2348674" y="444500"/>
                </a:lnTo>
                <a:lnTo>
                  <a:pt x="2341892" y="431800"/>
                </a:lnTo>
                <a:lnTo>
                  <a:pt x="2053361" y="431800"/>
                </a:lnTo>
                <a:lnTo>
                  <a:pt x="2053348" y="190500"/>
                </a:lnTo>
                <a:lnTo>
                  <a:pt x="2052993" y="190500"/>
                </a:lnTo>
                <a:lnTo>
                  <a:pt x="2051634" y="177800"/>
                </a:lnTo>
                <a:lnTo>
                  <a:pt x="2050618" y="165100"/>
                </a:lnTo>
                <a:lnTo>
                  <a:pt x="2047925" y="152400"/>
                </a:lnTo>
                <a:lnTo>
                  <a:pt x="2046249" y="152400"/>
                </a:lnTo>
                <a:lnTo>
                  <a:pt x="2042248" y="139700"/>
                </a:lnTo>
                <a:lnTo>
                  <a:pt x="2039937" y="127000"/>
                </a:lnTo>
                <a:lnTo>
                  <a:pt x="2034679" y="114300"/>
                </a:lnTo>
                <a:lnTo>
                  <a:pt x="2031746" y="114300"/>
                </a:lnTo>
                <a:lnTo>
                  <a:pt x="2025281" y="101600"/>
                </a:lnTo>
                <a:lnTo>
                  <a:pt x="2021763" y="88900"/>
                </a:lnTo>
                <a:lnTo>
                  <a:pt x="2014143" y="76200"/>
                </a:lnTo>
                <a:lnTo>
                  <a:pt x="2010054" y="76200"/>
                </a:lnTo>
                <a:lnTo>
                  <a:pt x="2001367" y="63500"/>
                </a:lnTo>
                <a:lnTo>
                  <a:pt x="1996770" y="63500"/>
                </a:lnTo>
                <a:lnTo>
                  <a:pt x="1987080" y="50800"/>
                </a:lnTo>
                <a:lnTo>
                  <a:pt x="1982000" y="50800"/>
                </a:lnTo>
                <a:lnTo>
                  <a:pt x="1971535" y="38252"/>
                </a:lnTo>
                <a:lnTo>
                  <a:pt x="1971535" y="190500"/>
                </a:lnTo>
                <a:lnTo>
                  <a:pt x="1971535" y="1193800"/>
                </a:lnTo>
                <a:lnTo>
                  <a:pt x="1970735" y="1193800"/>
                </a:lnTo>
                <a:lnTo>
                  <a:pt x="1967522" y="1219200"/>
                </a:lnTo>
                <a:lnTo>
                  <a:pt x="1965147" y="1219200"/>
                </a:lnTo>
                <a:lnTo>
                  <a:pt x="1958848" y="1231900"/>
                </a:lnTo>
                <a:lnTo>
                  <a:pt x="1954987" y="1244600"/>
                </a:lnTo>
                <a:lnTo>
                  <a:pt x="1945843" y="1257300"/>
                </a:lnTo>
                <a:lnTo>
                  <a:pt x="1940648" y="1270000"/>
                </a:lnTo>
                <a:lnTo>
                  <a:pt x="1929003" y="1282700"/>
                </a:lnTo>
                <a:lnTo>
                  <a:pt x="1922678" y="1282700"/>
                </a:lnTo>
                <a:lnTo>
                  <a:pt x="1908987" y="1295400"/>
                </a:lnTo>
                <a:lnTo>
                  <a:pt x="1886559" y="1295400"/>
                </a:lnTo>
                <a:lnTo>
                  <a:pt x="1878723" y="1308100"/>
                </a:lnTo>
                <a:lnTo>
                  <a:pt x="703326" y="1308100"/>
                </a:lnTo>
                <a:lnTo>
                  <a:pt x="697649" y="1320800"/>
                </a:lnTo>
                <a:lnTo>
                  <a:pt x="217601" y="1676400"/>
                </a:lnTo>
                <a:lnTo>
                  <a:pt x="249377" y="1358900"/>
                </a:lnTo>
                <a:lnTo>
                  <a:pt x="249707" y="1346200"/>
                </a:lnTo>
                <a:lnTo>
                  <a:pt x="248361" y="1333500"/>
                </a:lnTo>
                <a:lnTo>
                  <a:pt x="245351" y="1333500"/>
                </a:lnTo>
                <a:lnTo>
                  <a:pt x="240677" y="1320800"/>
                </a:lnTo>
                <a:lnTo>
                  <a:pt x="233959" y="1320800"/>
                </a:lnTo>
                <a:lnTo>
                  <a:pt x="226491" y="1308100"/>
                </a:lnTo>
                <a:lnTo>
                  <a:pt x="176809" y="1308100"/>
                </a:lnTo>
                <a:lnTo>
                  <a:pt x="168973" y="1295400"/>
                </a:lnTo>
                <a:lnTo>
                  <a:pt x="146545" y="1295400"/>
                </a:lnTo>
                <a:lnTo>
                  <a:pt x="132854" y="1282700"/>
                </a:lnTo>
                <a:lnTo>
                  <a:pt x="126530" y="1282700"/>
                </a:lnTo>
                <a:lnTo>
                  <a:pt x="114884" y="1270000"/>
                </a:lnTo>
                <a:lnTo>
                  <a:pt x="109689" y="1257300"/>
                </a:lnTo>
                <a:lnTo>
                  <a:pt x="100545" y="1244600"/>
                </a:lnTo>
                <a:lnTo>
                  <a:pt x="96685" y="1231900"/>
                </a:lnTo>
                <a:lnTo>
                  <a:pt x="90385" y="1219200"/>
                </a:lnTo>
                <a:lnTo>
                  <a:pt x="88011" y="1219200"/>
                </a:lnTo>
                <a:lnTo>
                  <a:pt x="84797" y="1193800"/>
                </a:lnTo>
                <a:lnTo>
                  <a:pt x="83997" y="1193800"/>
                </a:lnTo>
                <a:lnTo>
                  <a:pt x="83997" y="190500"/>
                </a:lnTo>
                <a:lnTo>
                  <a:pt x="84797" y="190500"/>
                </a:lnTo>
                <a:lnTo>
                  <a:pt x="88011" y="165100"/>
                </a:lnTo>
                <a:lnTo>
                  <a:pt x="90385" y="165100"/>
                </a:lnTo>
                <a:lnTo>
                  <a:pt x="96685" y="152400"/>
                </a:lnTo>
                <a:lnTo>
                  <a:pt x="100545" y="139700"/>
                </a:lnTo>
                <a:lnTo>
                  <a:pt x="109689" y="127000"/>
                </a:lnTo>
                <a:lnTo>
                  <a:pt x="114884" y="114300"/>
                </a:lnTo>
                <a:lnTo>
                  <a:pt x="126530" y="114300"/>
                </a:lnTo>
                <a:lnTo>
                  <a:pt x="132854" y="101600"/>
                </a:lnTo>
                <a:lnTo>
                  <a:pt x="146545" y="88900"/>
                </a:lnTo>
                <a:lnTo>
                  <a:pt x="168973" y="88900"/>
                </a:lnTo>
                <a:lnTo>
                  <a:pt x="176809" y="76200"/>
                </a:lnTo>
                <a:lnTo>
                  <a:pt x="1878723" y="76200"/>
                </a:lnTo>
                <a:lnTo>
                  <a:pt x="1886559" y="88900"/>
                </a:lnTo>
                <a:lnTo>
                  <a:pt x="1908987" y="88900"/>
                </a:lnTo>
                <a:lnTo>
                  <a:pt x="1922678" y="101600"/>
                </a:lnTo>
                <a:lnTo>
                  <a:pt x="1929003" y="114300"/>
                </a:lnTo>
                <a:lnTo>
                  <a:pt x="1940648" y="114300"/>
                </a:lnTo>
                <a:lnTo>
                  <a:pt x="1945843" y="127000"/>
                </a:lnTo>
                <a:lnTo>
                  <a:pt x="1954987" y="139700"/>
                </a:lnTo>
                <a:lnTo>
                  <a:pt x="1958848" y="152400"/>
                </a:lnTo>
                <a:lnTo>
                  <a:pt x="1965147" y="165100"/>
                </a:lnTo>
                <a:lnTo>
                  <a:pt x="1967522" y="165100"/>
                </a:lnTo>
                <a:lnTo>
                  <a:pt x="1970735" y="190500"/>
                </a:lnTo>
                <a:lnTo>
                  <a:pt x="1971535" y="190500"/>
                </a:lnTo>
                <a:lnTo>
                  <a:pt x="1971535" y="38252"/>
                </a:lnTo>
                <a:lnTo>
                  <a:pt x="1971408" y="38100"/>
                </a:lnTo>
                <a:lnTo>
                  <a:pt x="1965921" y="38100"/>
                </a:lnTo>
                <a:lnTo>
                  <a:pt x="1954530" y="25400"/>
                </a:lnTo>
                <a:lnTo>
                  <a:pt x="1948662" y="25400"/>
                </a:lnTo>
                <a:lnTo>
                  <a:pt x="1936572" y="12700"/>
                </a:lnTo>
                <a:lnTo>
                  <a:pt x="1917738" y="12700"/>
                </a:lnTo>
                <a:lnTo>
                  <a:pt x="1911299" y="0"/>
                </a:lnTo>
                <a:lnTo>
                  <a:pt x="142062" y="0"/>
                </a:lnTo>
                <a:lnTo>
                  <a:pt x="135623" y="12700"/>
                </a:lnTo>
                <a:lnTo>
                  <a:pt x="116776" y="12700"/>
                </a:lnTo>
                <a:lnTo>
                  <a:pt x="104698" y="25400"/>
                </a:lnTo>
                <a:lnTo>
                  <a:pt x="98831" y="25400"/>
                </a:lnTo>
                <a:lnTo>
                  <a:pt x="87439" y="38100"/>
                </a:lnTo>
                <a:lnTo>
                  <a:pt x="81940" y="38100"/>
                </a:lnTo>
                <a:lnTo>
                  <a:pt x="71348" y="50800"/>
                </a:lnTo>
                <a:lnTo>
                  <a:pt x="66281" y="50800"/>
                </a:lnTo>
                <a:lnTo>
                  <a:pt x="56591" y="63500"/>
                </a:lnTo>
                <a:lnTo>
                  <a:pt x="51993" y="63500"/>
                </a:lnTo>
                <a:lnTo>
                  <a:pt x="43294" y="76200"/>
                </a:lnTo>
                <a:lnTo>
                  <a:pt x="39217" y="76200"/>
                </a:lnTo>
                <a:lnTo>
                  <a:pt x="31597" y="88900"/>
                </a:lnTo>
                <a:lnTo>
                  <a:pt x="28079" y="101600"/>
                </a:lnTo>
                <a:lnTo>
                  <a:pt x="21602" y="114300"/>
                </a:lnTo>
                <a:lnTo>
                  <a:pt x="18681" y="114300"/>
                </a:lnTo>
                <a:lnTo>
                  <a:pt x="13423" y="127000"/>
                </a:lnTo>
                <a:lnTo>
                  <a:pt x="11099" y="139700"/>
                </a:lnTo>
                <a:lnTo>
                  <a:pt x="7112" y="152400"/>
                </a:lnTo>
                <a:lnTo>
                  <a:pt x="5435" y="152400"/>
                </a:lnTo>
                <a:lnTo>
                  <a:pt x="2743" y="165100"/>
                </a:lnTo>
                <a:lnTo>
                  <a:pt x="1727" y="177800"/>
                </a:lnTo>
                <a:lnTo>
                  <a:pt x="355" y="190500"/>
                </a:lnTo>
                <a:lnTo>
                  <a:pt x="12" y="190500"/>
                </a:lnTo>
                <a:lnTo>
                  <a:pt x="0" y="1181100"/>
                </a:lnTo>
                <a:lnTo>
                  <a:pt x="203" y="1193800"/>
                </a:lnTo>
                <a:lnTo>
                  <a:pt x="774" y="1206500"/>
                </a:lnTo>
                <a:lnTo>
                  <a:pt x="1714" y="1206500"/>
                </a:lnTo>
                <a:lnTo>
                  <a:pt x="3022" y="1219200"/>
                </a:lnTo>
                <a:lnTo>
                  <a:pt x="4699" y="1231900"/>
                </a:lnTo>
                <a:lnTo>
                  <a:pt x="6731" y="1231900"/>
                </a:lnTo>
                <a:lnTo>
                  <a:pt x="9131" y="1244600"/>
                </a:lnTo>
                <a:lnTo>
                  <a:pt x="11887" y="1257300"/>
                </a:lnTo>
                <a:lnTo>
                  <a:pt x="14986" y="1257300"/>
                </a:lnTo>
                <a:lnTo>
                  <a:pt x="18427" y="1270000"/>
                </a:lnTo>
                <a:lnTo>
                  <a:pt x="22199" y="1270000"/>
                </a:lnTo>
                <a:lnTo>
                  <a:pt x="26314" y="1282700"/>
                </a:lnTo>
                <a:lnTo>
                  <a:pt x="30759" y="1295400"/>
                </a:lnTo>
                <a:lnTo>
                  <a:pt x="35509" y="1295400"/>
                </a:lnTo>
                <a:lnTo>
                  <a:pt x="40563" y="1308100"/>
                </a:lnTo>
                <a:lnTo>
                  <a:pt x="45935" y="1308100"/>
                </a:lnTo>
                <a:lnTo>
                  <a:pt x="51587" y="1320800"/>
                </a:lnTo>
                <a:lnTo>
                  <a:pt x="57505" y="1320800"/>
                </a:lnTo>
                <a:lnTo>
                  <a:pt x="63703" y="1333500"/>
                </a:lnTo>
                <a:lnTo>
                  <a:pt x="70154" y="1333500"/>
                </a:lnTo>
                <a:lnTo>
                  <a:pt x="76873" y="1346200"/>
                </a:lnTo>
                <a:lnTo>
                  <a:pt x="83794" y="1346200"/>
                </a:lnTo>
                <a:lnTo>
                  <a:pt x="90944" y="1358900"/>
                </a:lnTo>
                <a:lnTo>
                  <a:pt x="105892" y="1358900"/>
                </a:lnTo>
                <a:lnTo>
                  <a:pt x="113639" y="1371600"/>
                </a:lnTo>
                <a:lnTo>
                  <a:pt x="129628" y="1371600"/>
                </a:lnTo>
                <a:lnTo>
                  <a:pt x="137858" y="1384300"/>
                </a:lnTo>
                <a:lnTo>
                  <a:pt x="163207" y="1384300"/>
                </a:lnTo>
                <a:lnTo>
                  <a:pt x="126212" y="1752600"/>
                </a:lnTo>
                <a:lnTo>
                  <a:pt x="125564" y="1765300"/>
                </a:lnTo>
                <a:lnTo>
                  <a:pt x="127165" y="1778000"/>
                </a:lnTo>
                <a:lnTo>
                  <a:pt x="134848" y="1790700"/>
                </a:lnTo>
                <a:lnTo>
                  <a:pt x="140360" y="1790700"/>
                </a:lnTo>
                <a:lnTo>
                  <a:pt x="147535" y="1803400"/>
                </a:lnTo>
                <a:lnTo>
                  <a:pt x="187515" y="1803400"/>
                </a:lnTo>
                <a:lnTo>
                  <a:pt x="193230" y="1790700"/>
                </a:lnTo>
                <a:lnTo>
                  <a:pt x="348195" y="1676400"/>
                </a:lnTo>
                <a:lnTo>
                  <a:pt x="468731" y="1587500"/>
                </a:lnTo>
                <a:lnTo>
                  <a:pt x="468744" y="1638300"/>
                </a:lnTo>
                <a:lnTo>
                  <a:pt x="469087" y="1638300"/>
                </a:lnTo>
                <a:lnTo>
                  <a:pt x="470458" y="1651000"/>
                </a:lnTo>
                <a:lnTo>
                  <a:pt x="471474" y="1663700"/>
                </a:lnTo>
                <a:lnTo>
                  <a:pt x="474167" y="1676400"/>
                </a:lnTo>
                <a:lnTo>
                  <a:pt x="475830" y="1676400"/>
                </a:lnTo>
                <a:lnTo>
                  <a:pt x="479818" y="1689100"/>
                </a:lnTo>
                <a:lnTo>
                  <a:pt x="482130" y="1701800"/>
                </a:lnTo>
                <a:lnTo>
                  <a:pt x="487375" y="1714500"/>
                </a:lnTo>
                <a:lnTo>
                  <a:pt x="490308" y="1714500"/>
                </a:lnTo>
                <a:lnTo>
                  <a:pt x="496760" y="1727200"/>
                </a:lnTo>
                <a:lnTo>
                  <a:pt x="500278" y="1739900"/>
                </a:lnTo>
                <a:lnTo>
                  <a:pt x="507885" y="1752600"/>
                </a:lnTo>
                <a:lnTo>
                  <a:pt x="511962" y="1752600"/>
                </a:lnTo>
                <a:lnTo>
                  <a:pt x="520636" y="1765300"/>
                </a:lnTo>
                <a:lnTo>
                  <a:pt x="525233" y="1765300"/>
                </a:lnTo>
                <a:lnTo>
                  <a:pt x="534898" y="1778000"/>
                </a:lnTo>
                <a:lnTo>
                  <a:pt x="539965" y="1778000"/>
                </a:lnTo>
                <a:lnTo>
                  <a:pt x="550532" y="1790700"/>
                </a:lnTo>
                <a:lnTo>
                  <a:pt x="556018" y="1790700"/>
                </a:lnTo>
                <a:lnTo>
                  <a:pt x="567385" y="1803400"/>
                </a:lnTo>
                <a:lnTo>
                  <a:pt x="573252" y="1803400"/>
                </a:lnTo>
                <a:lnTo>
                  <a:pt x="585304" y="1816100"/>
                </a:lnTo>
                <a:lnTo>
                  <a:pt x="604100" y="1816100"/>
                </a:lnTo>
                <a:lnTo>
                  <a:pt x="610527" y="1828800"/>
                </a:lnTo>
                <a:lnTo>
                  <a:pt x="1787448" y="1828800"/>
                </a:lnTo>
                <a:lnTo>
                  <a:pt x="2330602" y="2235200"/>
                </a:lnTo>
                <a:lnTo>
                  <a:pt x="2336381" y="2235200"/>
                </a:lnTo>
                <a:lnTo>
                  <a:pt x="2342515" y="2247900"/>
                </a:lnTo>
                <a:lnTo>
                  <a:pt x="2370023" y="2247900"/>
                </a:lnTo>
                <a:lnTo>
                  <a:pt x="2376297" y="2235200"/>
                </a:lnTo>
                <a:lnTo>
                  <a:pt x="2389263" y="2235200"/>
                </a:lnTo>
                <a:lnTo>
                  <a:pt x="2397036" y="2209800"/>
                </a:lnTo>
                <a:lnTo>
                  <a:pt x="2398522" y="2209800"/>
                </a:lnTo>
                <a:lnTo>
                  <a:pt x="2397620" y="2197100"/>
                </a:lnTo>
                <a:lnTo>
                  <a:pt x="2388692" y="2108200"/>
                </a:lnTo>
                <a:lnTo>
                  <a:pt x="2360625" y="1828800"/>
                </a:lnTo>
                <a:lnTo>
                  <a:pt x="2377656" y="1828800"/>
                </a:lnTo>
                <a:lnTo>
                  <a:pt x="2385999" y="1816100"/>
                </a:lnTo>
                <a:lnTo>
                  <a:pt x="2410256" y="1816100"/>
                </a:lnTo>
                <a:lnTo>
                  <a:pt x="2418016" y="1803400"/>
                </a:lnTo>
                <a:lnTo>
                  <a:pt x="2432989" y="1803400"/>
                </a:lnTo>
                <a:lnTo>
                  <a:pt x="2440165" y="1790700"/>
                </a:lnTo>
                <a:lnTo>
                  <a:pt x="2447099" y="1790700"/>
                </a:lnTo>
                <a:lnTo>
                  <a:pt x="2453830" y="1778000"/>
                </a:lnTo>
                <a:lnTo>
                  <a:pt x="2460307" y="1778000"/>
                </a:lnTo>
                <a:lnTo>
                  <a:pt x="2466517" y="1765300"/>
                </a:lnTo>
                <a:lnTo>
                  <a:pt x="2472461" y="1765300"/>
                </a:lnTo>
                <a:lnTo>
                  <a:pt x="2478125" y="1752600"/>
                </a:lnTo>
                <a:lnTo>
                  <a:pt x="2483510" y="1752600"/>
                </a:lnTo>
                <a:lnTo>
                  <a:pt x="2488577" y="1739900"/>
                </a:lnTo>
                <a:lnTo>
                  <a:pt x="2493340" y="1739900"/>
                </a:lnTo>
                <a:lnTo>
                  <a:pt x="2497798" y="1727200"/>
                </a:lnTo>
                <a:lnTo>
                  <a:pt x="2501938" y="1714500"/>
                </a:lnTo>
                <a:lnTo>
                  <a:pt x="2505722" y="1714500"/>
                </a:lnTo>
                <a:lnTo>
                  <a:pt x="2509177" y="1701800"/>
                </a:lnTo>
                <a:lnTo>
                  <a:pt x="2512301" y="1689100"/>
                </a:lnTo>
                <a:lnTo>
                  <a:pt x="2515057" y="1689100"/>
                </a:lnTo>
                <a:lnTo>
                  <a:pt x="2517470" y="1676400"/>
                </a:lnTo>
                <a:lnTo>
                  <a:pt x="2519515" y="1663700"/>
                </a:lnTo>
                <a:lnTo>
                  <a:pt x="2521204" y="1663700"/>
                </a:lnTo>
                <a:lnTo>
                  <a:pt x="2522524" y="1651000"/>
                </a:lnTo>
                <a:lnTo>
                  <a:pt x="2523477" y="1638300"/>
                </a:lnTo>
                <a:lnTo>
                  <a:pt x="2524061" y="1638300"/>
                </a:lnTo>
                <a:lnTo>
                  <a:pt x="2524264" y="1625600"/>
                </a:lnTo>
                <a:lnTo>
                  <a:pt x="2524264" y="635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486636" y="964004"/>
            <a:ext cx="738441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1779270" algn="l"/>
                <a:tab pos="2181860" algn="l"/>
                <a:tab pos="2694940" algn="l"/>
                <a:tab pos="3623310" algn="l"/>
                <a:tab pos="4136390" algn="l"/>
                <a:tab pos="6182360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25">
                <a:solidFill>
                  <a:srgbClr val="152540"/>
                </a:solidFill>
                <a:latin typeface="Trebuchet MS"/>
                <a:cs typeface="Trebuchet MS"/>
              </a:rPr>
              <a:t>CREAR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25">
                <a:solidFill>
                  <a:srgbClr val="152540"/>
                </a:solidFill>
                <a:latin typeface="Trebuchet MS"/>
                <a:cs typeface="Trebuchet MS"/>
              </a:rPr>
              <a:t>MANIPULAR </a:t>
            </a:r>
            <a:r>
              <a:rPr dirty="0" sz="3800" spc="450">
                <a:solidFill>
                  <a:srgbClr val="152540"/>
                </a:solidFill>
                <a:latin typeface="Trebuchet MS"/>
                <a:cs typeface="Trebuchet MS"/>
              </a:rPr>
              <a:t>MEDIOS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05">
                <a:solidFill>
                  <a:srgbClr val="152540"/>
                </a:solidFill>
                <a:latin typeface="Trebuchet MS"/>
                <a:cs typeface="Trebuchet MS"/>
              </a:rPr>
              <a:t>MULTIMEDIA*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310">
                <a:solidFill>
                  <a:srgbClr val="152540"/>
                </a:solidFill>
                <a:latin typeface="Trebuchet MS"/>
                <a:cs typeface="Trebuchet MS"/>
              </a:rPr>
              <a:t>MM)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95297" y="728232"/>
            <a:ext cx="729615" cy="1764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400" spc="-340" b="0">
                <a:solidFill>
                  <a:srgbClr val="152540"/>
                </a:solidFill>
                <a:latin typeface="Calibri"/>
                <a:cs typeface="Calibri"/>
              </a:rPr>
              <a:t>6</a:t>
            </a:r>
            <a:endParaRPr sz="114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65959" y="5182438"/>
            <a:ext cx="780415" cy="1764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400" spc="-495" b="1">
                <a:solidFill>
                  <a:srgbClr val="152540"/>
                </a:solidFill>
                <a:latin typeface="Arial"/>
                <a:cs typeface="Arial"/>
              </a:rPr>
              <a:t>7</a:t>
            </a:r>
            <a:endParaRPr sz="114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953915" y="5418211"/>
            <a:ext cx="7256145" cy="135890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779270" algn="l"/>
                <a:tab pos="5719445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450">
                <a:solidFill>
                  <a:srgbClr val="152540"/>
                </a:solidFill>
                <a:latin typeface="Trebuchet MS"/>
                <a:cs typeface="Trebuchet MS"/>
              </a:rPr>
              <a:t>COMUNICARSE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11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endParaRPr sz="3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2912110" algn="l"/>
                <a:tab pos="5654040" algn="l"/>
              </a:tabLst>
            </a:pPr>
            <a:r>
              <a:rPr dirty="0" sz="3800" spc="335">
                <a:solidFill>
                  <a:srgbClr val="152540"/>
                </a:solidFill>
                <a:latin typeface="Trebuchet MS"/>
                <a:cs typeface="Trebuchet MS"/>
              </a:rPr>
              <a:t>ENTORNOS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65">
                <a:solidFill>
                  <a:srgbClr val="152540"/>
                </a:solidFill>
                <a:latin typeface="Trebuchet MS"/>
                <a:cs typeface="Trebuchet MS"/>
              </a:rPr>
              <a:t>DIGITALES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480">
                <a:solidFill>
                  <a:srgbClr val="152540"/>
                </a:solidFill>
                <a:latin typeface="Trebuchet MS"/>
                <a:cs typeface="Trebuchet MS"/>
              </a:rPr>
              <a:t>COM)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16000" y="2664961"/>
            <a:ext cx="12125325" cy="2668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95"/>
              </a:spcBef>
            </a:pP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375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6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750" spc="61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3750" spc="6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70">
                <a:solidFill>
                  <a:srgbClr val="152540"/>
                </a:solidFill>
                <a:latin typeface="Trebuchet MS"/>
                <a:cs typeface="Trebuchet MS"/>
              </a:rPr>
              <a:t>para</a:t>
            </a:r>
            <a:r>
              <a:rPr dirty="0" sz="3750" spc="61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6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identificación</a:t>
            </a:r>
            <a:r>
              <a:rPr dirty="0" sz="3750" spc="6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5">
                <a:solidFill>
                  <a:srgbClr val="152540"/>
                </a:solidFill>
                <a:latin typeface="Trebuchet MS"/>
                <a:cs typeface="Trebuchet MS"/>
              </a:rPr>
              <a:t>del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archivo</a:t>
            </a:r>
            <a:r>
              <a:rPr dirty="0" sz="3750" spc="5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por</a:t>
            </a:r>
            <a:r>
              <a:rPr dirty="0" sz="375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contenido</a:t>
            </a:r>
            <a:r>
              <a:rPr dirty="0" sz="375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o</a:t>
            </a:r>
            <a:r>
              <a:rPr dirty="0" sz="3750" spc="60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atributos;</a:t>
            </a:r>
            <a:r>
              <a:rPr dirty="0" sz="375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reproducción,</a:t>
            </a:r>
            <a:r>
              <a:rPr dirty="0" sz="3750" spc="6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5">
                <a:solidFill>
                  <a:srgbClr val="152540"/>
                </a:solidFill>
                <a:latin typeface="Trebuchet MS"/>
                <a:cs typeface="Trebuchet MS"/>
              </a:rPr>
              <a:t>la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edición,</a:t>
            </a:r>
            <a:r>
              <a:rPr dirty="0" sz="3750" spc="41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producción</a:t>
            </a:r>
            <a:r>
              <a:rPr dirty="0" sz="3750" spc="42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6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integración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un</a:t>
            </a:r>
            <a:r>
              <a:rPr dirty="0" sz="3750" spc="42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producto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750" spc="-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multimedia</a:t>
            </a:r>
            <a:endParaRPr sz="37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943711" y="7205026"/>
            <a:ext cx="12125325" cy="2668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95"/>
              </a:spcBef>
            </a:pP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3750" spc="509">
                <a:solidFill>
                  <a:srgbClr val="152540"/>
                </a:solidFill>
                <a:latin typeface="Trebuchet MS"/>
                <a:cs typeface="Trebuchet MS"/>
              </a:rPr>
              <a:t>    </a:t>
            </a:r>
            <a:r>
              <a:rPr dirty="0" sz="3750" spc="-26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750" spc="509">
                <a:solidFill>
                  <a:srgbClr val="152540"/>
                </a:solidFill>
                <a:latin typeface="Trebuchet MS"/>
                <a:cs typeface="Trebuchet MS"/>
              </a:rPr>
              <a:t>   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3750" spc="509">
                <a:solidFill>
                  <a:srgbClr val="152540"/>
                </a:solidFill>
                <a:latin typeface="Trebuchet MS"/>
                <a:cs typeface="Trebuchet MS"/>
              </a:rPr>
              <a:t>    </a:t>
            </a:r>
            <a:r>
              <a:rPr dirty="0" sz="3750" spc="70">
                <a:solidFill>
                  <a:srgbClr val="152540"/>
                </a:solidFill>
                <a:latin typeface="Trebuchet MS"/>
                <a:cs typeface="Trebuchet MS"/>
              </a:rPr>
              <a:t>para</a:t>
            </a:r>
            <a:r>
              <a:rPr dirty="0" sz="3750" spc="509">
                <a:solidFill>
                  <a:srgbClr val="152540"/>
                </a:solidFill>
                <a:latin typeface="Trebuchet MS"/>
                <a:cs typeface="Trebuchet MS"/>
              </a:rPr>
              <a:t>    </a:t>
            </a:r>
            <a:r>
              <a:rPr dirty="0" sz="3750" spc="-70">
                <a:solidFill>
                  <a:srgbClr val="152540"/>
                </a:solidFill>
                <a:latin typeface="Trebuchet MS"/>
                <a:cs typeface="Trebuchet MS"/>
              </a:rPr>
              <a:t>transmitir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información</a:t>
            </a:r>
            <a:r>
              <a:rPr dirty="0" sz="3750" spc="2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155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750" spc="20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través</a:t>
            </a:r>
            <a:r>
              <a:rPr dirty="0" sz="3750" spc="2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750" spc="2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voz,</a:t>
            </a:r>
            <a:r>
              <a:rPr dirty="0" sz="3750" spc="20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mensaje</a:t>
            </a:r>
            <a:r>
              <a:rPr dirty="0" sz="3750" spc="20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750" spc="2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5">
                <a:solidFill>
                  <a:srgbClr val="152540"/>
                </a:solidFill>
                <a:latin typeface="Trebuchet MS"/>
                <a:cs typeface="Trebuchet MS"/>
              </a:rPr>
              <a:t>texto,</a:t>
            </a:r>
            <a:r>
              <a:rPr dirty="0" sz="3750" spc="20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fotos</a:t>
            </a:r>
            <a:r>
              <a:rPr dirty="0" sz="3750" spc="2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50">
                <a:solidFill>
                  <a:srgbClr val="152540"/>
                </a:solidFill>
                <a:latin typeface="Trebuchet MS"/>
                <a:cs typeface="Trebuchet MS"/>
              </a:rPr>
              <a:t>o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videollamadas</a:t>
            </a:r>
            <a:r>
              <a:rPr dirty="0" sz="3750" spc="1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155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750" spc="1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uno</a:t>
            </a:r>
            <a:r>
              <a:rPr dirty="0" sz="3750" spc="1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o</a:t>
            </a:r>
            <a:r>
              <a:rPr dirty="0" sz="3750" spc="1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más</a:t>
            </a:r>
            <a:r>
              <a:rPr dirty="0" sz="3750" spc="1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destinatarios,</a:t>
            </a:r>
            <a:r>
              <a:rPr dirty="0" sz="3750" spc="1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o</a:t>
            </a:r>
            <a:r>
              <a:rPr dirty="0" sz="3750" spc="1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recibirla</a:t>
            </a:r>
            <a:r>
              <a:rPr dirty="0" sz="3750" spc="1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2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uno</a:t>
            </a:r>
            <a:r>
              <a:rPr dirty="0" sz="3750" spc="5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o</a:t>
            </a:r>
            <a:r>
              <a:rPr dirty="0" sz="3750" spc="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más</a:t>
            </a:r>
            <a:r>
              <a:rPr dirty="0" sz="3750" spc="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remitentes.</a:t>
            </a:r>
            <a:endParaRPr sz="3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553"/>
            <a:ext cx="18288000" cy="10290175"/>
            <a:chOff x="0" y="-2553"/>
            <a:chExt cx="18288000" cy="102901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5378" y="267665"/>
              <a:ext cx="6858000" cy="1001933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2553"/>
              <a:ext cx="18288001" cy="1028955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8349" y="149486"/>
            <a:ext cx="789940" cy="1783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434">
                <a:solidFill>
                  <a:srgbClr val="152540"/>
                </a:solidFill>
              </a:rPr>
              <a:t>8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48349" y="4897899"/>
            <a:ext cx="805180" cy="1783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0" spc="-370" b="1">
                <a:solidFill>
                  <a:srgbClr val="152540"/>
                </a:solidFill>
                <a:latin typeface="Arial"/>
                <a:cs typeface="Arial"/>
              </a:rPr>
              <a:t>9</a:t>
            </a:r>
            <a:endParaRPr sz="11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39036" y="5903942"/>
            <a:ext cx="689292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17240" algn="l"/>
                <a:tab pos="5423535" algn="l"/>
              </a:tabLst>
            </a:pPr>
            <a:r>
              <a:rPr dirty="0" sz="3800" spc="335">
                <a:solidFill>
                  <a:srgbClr val="152540"/>
                </a:solidFill>
                <a:latin typeface="Trebuchet MS"/>
                <a:cs typeface="Trebuchet MS"/>
              </a:rPr>
              <a:t>CIUDADANÍA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185">
                <a:solidFill>
                  <a:srgbClr val="152540"/>
                </a:solidFill>
                <a:latin typeface="Trebuchet MS"/>
                <a:cs typeface="Trebuchet MS"/>
              </a:rPr>
              <a:t>DIGITAL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360">
                <a:solidFill>
                  <a:srgbClr val="152540"/>
                </a:solidFill>
                <a:latin typeface="Trebuchet MS"/>
                <a:cs typeface="Trebuchet MS"/>
              </a:rPr>
              <a:t>CDD)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39036" y="596503"/>
            <a:ext cx="8544560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836294" algn="l"/>
                <a:tab pos="1779270" algn="l"/>
                <a:tab pos="3736340" algn="l"/>
                <a:tab pos="4965065" algn="l"/>
                <a:tab pos="5477510" algn="l"/>
                <a:tab pos="6478270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60">
                <a:solidFill>
                  <a:srgbClr val="152540"/>
                </a:solidFill>
                <a:latin typeface="Trebuchet MS"/>
                <a:cs typeface="Trebuchet MS"/>
              </a:rPr>
              <a:t>SOCIALIZAR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85">
                <a:solidFill>
                  <a:srgbClr val="152540"/>
                </a:solidFill>
                <a:latin typeface="Trebuchet MS"/>
                <a:cs typeface="Trebuchet MS"/>
              </a:rPr>
              <a:t>COLABORAR </a:t>
            </a:r>
            <a:r>
              <a:rPr dirty="0" sz="3800" spc="11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335">
                <a:solidFill>
                  <a:srgbClr val="152540"/>
                </a:solidFill>
                <a:latin typeface="Trebuchet MS"/>
                <a:cs typeface="Trebuchet MS"/>
              </a:rPr>
              <a:t>ENTORNOS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65">
                <a:solidFill>
                  <a:srgbClr val="152540"/>
                </a:solidFill>
                <a:latin typeface="Trebuchet MS"/>
                <a:cs typeface="Trebuchet MS"/>
              </a:rPr>
              <a:t>DIGITALES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-245">
                <a:solidFill>
                  <a:srgbClr val="152540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800" spc="180">
                <a:solidFill>
                  <a:srgbClr val="152540"/>
                </a:solidFill>
                <a:latin typeface="Trebuchet MS"/>
                <a:cs typeface="Trebuchet MS"/>
              </a:rPr>
              <a:t>CLB)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7059" y="6905081"/>
            <a:ext cx="10626725" cy="3328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95"/>
              </a:spcBef>
            </a:pP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Conocimientos,</a:t>
            </a:r>
            <a:r>
              <a:rPr dirty="0" sz="3750" spc="65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valores,</a:t>
            </a:r>
            <a:r>
              <a:rPr dirty="0" sz="3750" spc="65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actitudes</a:t>
            </a:r>
            <a:r>
              <a:rPr dirty="0" sz="3750" spc="65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6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750" spc="65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habilidades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referentes</a:t>
            </a:r>
            <a:r>
              <a:rPr dirty="0" sz="3750" spc="27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3750" spc="155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750" spc="27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las</a:t>
            </a:r>
            <a:r>
              <a:rPr dirty="0" sz="3750" spc="27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3750" spc="65">
                <a:solidFill>
                  <a:srgbClr val="152540"/>
                </a:solidFill>
                <a:latin typeface="Trebuchet MS"/>
                <a:cs typeface="Trebuchet MS"/>
              </a:rPr>
              <a:t>acciones</a:t>
            </a:r>
            <a:r>
              <a:rPr dirty="0" sz="3750" spc="27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(usos</a:t>
            </a:r>
            <a:r>
              <a:rPr dirty="0" sz="3750" spc="270">
                <a:solidFill>
                  <a:srgbClr val="152540"/>
                </a:solidFill>
                <a:latin typeface="Trebuchet MS"/>
                <a:cs typeface="Trebuchet MS"/>
              </a:rPr>
              <a:t>  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sociales,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comportamientos</a:t>
            </a:r>
            <a:r>
              <a:rPr dirty="0" sz="3750" spc="2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éticos,</a:t>
            </a:r>
            <a:r>
              <a:rPr dirty="0" sz="3750" spc="28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respeto</a:t>
            </a:r>
            <a:r>
              <a:rPr dirty="0" sz="37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155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750" spc="28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27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40">
                <a:solidFill>
                  <a:srgbClr val="152540"/>
                </a:solidFill>
                <a:latin typeface="Trebuchet MS"/>
                <a:cs typeface="Trebuchet MS"/>
              </a:rPr>
              <a:t>propiedad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intelectual,</a:t>
            </a:r>
            <a:r>
              <a:rPr dirty="0" sz="3750" spc="43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integridad</a:t>
            </a:r>
            <a:r>
              <a:rPr dirty="0" sz="3750" spc="43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750" spc="43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datos,</a:t>
            </a:r>
            <a:r>
              <a:rPr dirty="0" sz="3750" spc="43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al</a:t>
            </a:r>
            <a:r>
              <a:rPr dirty="0" sz="3750" spc="43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ejercicio</a:t>
            </a:r>
            <a:r>
              <a:rPr dirty="0" sz="3750" spc="43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2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750" spc="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65">
                <a:solidFill>
                  <a:srgbClr val="152540"/>
                </a:solidFill>
                <a:latin typeface="Trebuchet MS"/>
                <a:cs typeface="Trebuchet MS"/>
              </a:rPr>
              <a:t>ciudadania</a:t>
            </a:r>
            <a:r>
              <a:rPr dirty="0" sz="3750" spc="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26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750" spc="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>
                <a:solidFill>
                  <a:srgbClr val="152540"/>
                </a:solidFill>
                <a:latin typeface="Trebuchet MS"/>
                <a:cs typeface="Trebuchet MS"/>
              </a:rPr>
              <a:t>las</a:t>
            </a:r>
            <a:r>
              <a:rPr dirty="0" sz="3750" spc="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750" spc="-10">
                <a:solidFill>
                  <a:srgbClr val="152540"/>
                </a:solidFill>
                <a:latin typeface="Trebuchet MS"/>
                <a:cs typeface="Trebuchet MS"/>
              </a:rPr>
              <a:t>normas.</a:t>
            </a:r>
            <a:endParaRPr sz="37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1177" y="2165275"/>
            <a:ext cx="10627995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95"/>
              </a:spcBef>
            </a:pP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Conocimientos</a:t>
            </a:r>
            <a:r>
              <a:rPr dirty="0" sz="3250" spc="25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25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habilidades</a:t>
            </a:r>
            <a:r>
              <a:rPr dirty="0" sz="325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orientadas</a:t>
            </a:r>
            <a:r>
              <a:rPr dirty="0" sz="325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135">
                <a:solidFill>
                  <a:srgbClr val="152540"/>
                </a:solidFill>
                <a:latin typeface="Trebuchet MS"/>
                <a:cs typeface="Trebuchet MS"/>
              </a:rPr>
              <a:t>a</a:t>
            </a:r>
            <a:r>
              <a:rPr dirty="0" sz="3250" spc="254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25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difusión</a:t>
            </a:r>
            <a:r>
              <a:rPr dirty="0" sz="3250" spc="26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25">
                <a:solidFill>
                  <a:srgbClr val="152540"/>
                </a:solidFill>
                <a:latin typeface="Trebuchet MS"/>
                <a:cs typeface="Trebuchet MS"/>
              </a:rPr>
              <a:t>de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información,</a:t>
            </a:r>
            <a:r>
              <a:rPr dirty="0" sz="3250" spc="69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la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interacción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social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por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medio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250" spc="70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-10">
                <a:solidFill>
                  <a:srgbClr val="152540"/>
                </a:solidFill>
                <a:latin typeface="Trebuchet MS"/>
                <a:cs typeface="Trebuchet MS"/>
              </a:rPr>
              <a:t>redes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sociales</a:t>
            </a:r>
            <a:r>
              <a:rPr dirty="0" sz="3250" spc="70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como</a:t>
            </a:r>
            <a:r>
              <a:rPr dirty="0" sz="3250" spc="720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Facebook,</a:t>
            </a:r>
            <a:r>
              <a:rPr dirty="0" sz="3250" spc="715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250" spc="-25">
                <a:solidFill>
                  <a:srgbClr val="152540"/>
                </a:solidFill>
                <a:latin typeface="Trebuchet MS"/>
                <a:cs typeface="Trebuchet MS"/>
              </a:rPr>
              <a:t>Twitter,</a:t>
            </a:r>
            <a:r>
              <a:rPr dirty="0" sz="3250" spc="720">
                <a:solidFill>
                  <a:srgbClr val="152540"/>
                </a:solidFill>
                <a:latin typeface="Trebuchet MS"/>
                <a:cs typeface="Trebuchet MS"/>
              </a:rPr>
              <a:t>  </a:t>
            </a:r>
            <a:r>
              <a:rPr dirty="0" sz="3250" spc="-10">
                <a:solidFill>
                  <a:srgbClr val="152540"/>
                </a:solidFill>
                <a:latin typeface="Trebuchet MS"/>
                <a:cs typeface="Trebuchet MS"/>
              </a:rPr>
              <a:t>Instagram;hacer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1177" y="3879775"/>
            <a:ext cx="10627995" cy="196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comentarios</a:t>
            </a:r>
            <a:r>
              <a:rPr dirty="0" sz="3250" spc="13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en</a:t>
            </a:r>
            <a:r>
              <a:rPr dirty="0" sz="3250" spc="13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servidores</a:t>
            </a:r>
            <a:r>
              <a:rPr dirty="0" sz="3250" spc="1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50">
                <a:solidFill>
                  <a:srgbClr val="152540"/>
                </a:solidFill>
                <a:latin typeface="Trebuchet MS"/>
                <a:cs typeface="Trebuchet MS"/>
              </a:rPr>
              <a:t>de</a:t>
            </a:r>
            <a:r>
              <a:rPr dirty="0" sz="3250" spc="13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medios</a:t>
            </a:r>
            <a:r>
              <a:rPr dirty="0" sz="3250" spc="1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o</a:t>
            </a:r>
            <a:r>
              <a:rPr dirty="0" sz="3250" spc="1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60">
                <a:solidFill>
                  <a:srgbClr val="152540"/>
                </a:solidFill>
                <a:latin typeface="Trebuchet MS"/>
                <a:cs typeface="Trebuchet MS"/>
              </a:rPr>
              <a:t>blogs</a:t>
            </a:r>
            <a:r>
              <a:rPr dirty="0" sz="3250" spc="140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250" spc="145">
                <a:solidFill>
                  <a:srgbClr val="152540"/>
                </a:solidFill>
                <a:latin typeface="Trebuchet MS"/>
                <a:cs typeface="Trebuchet MS"/>
              </a:rPr>
              <a:t> </a:t>
            </a:r>
            <a:r>
              <a:rPr dirty="0" sz="3250" spc="40">
                <a:solidFill>
                  <a:srgbClr val="152540"/>
                </a:solidFill>
                <a:latin typeface="Trebuchet MS"/>
                <a:cs typeface="Trebuchet MS"/>
              </a:rPr>
              <a:t>marcado </a:t>
            </a:r>
            <a:r>
              <a:rPr dirty="0" sz="3250" spc="-10">
                <a:solidFill>
                  <a:srgbClr val="152540"/>
                </a:solidFill>
                <a:latin typeface="Trebuchet MS"/>
                <a:cs typeface="Trebuchet MS"/>
              </a:rPr>
              <a:t>social.</a:t>
            </a:r>
            <a:endParaRPr sz="3250">
              <a:latin typeface="Trebuchet MS"/>
              <a:cs typeface="Trebuchet MS"/>
            </a:endParaRPr>
          </a:p>
          <a:p>
            <a:pPr marL="2310130">
              <a:lnSpc>
                <a:spcPct val="100000"/>
              </a:lnSpc>
              <a:spcBef>
                <a:spcPts val="1689"/>
              </a:spcBef>
              <a:tabLst>
                <a:tab pos="4077335" algn="l"/>
                <a:tab pos="6424930" algn="l"/>
                <a:tab pos="6938009" algn="l"/>
                <a:tab pos="9578340" algn="l"/>
              </a:tabLst>
            </a:pPr>
            <a:r>
              <a:rPr dirty="0" sz="3800" spc="320">
                <a:solidFill>
                  <a:srgbClr val="152540"/>
                </a:solidFill>
                <a:latin typeface="Trebuchet MS"/>
                <a:cs typeface="Trebuchet MS"/>
              </a:rPr>
              <a:t>SABER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80">
                <a:solidFill>
                  <a:srgbClr val="152540"/>
                </a:solidFill>
                <a:latin typeface="Trebuchet MS"/>
                <a:cs typeface="Trebuchet MS"/>
              </a:rPr>
              <a:t>EJERCER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75">
                <a:solidFill>
                  <a:srgbClr val="152540"/>
                </a:solidFill>
                <a:latin typeface="Trebuchet MS"/>
                <a:cs typeface="Trebuchet MS"/>
              </a:rPr>
              <a:t>Y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245">
                <a:solidFill>
                  <a:srgbClr val="152540"/>
                </a:solidFill>
                <a:latin typeface="Trebuchet MS"/>
                <a:cs typeface="Trebuchet MS"/>
              </a:rPr>
              <a:t>RESPETAR</a:t>
            </a:r>
            <a:r>
              <a:rPr dirty="0" sz="3800">
                <a:solidFill>
                  <a:srgbClr val="152540"/>
                </a:solidFill>
                <a:latin typeface="Trebuchet MS"/>
                <a:cs typeface="Trebuchet MS"/>
              </a:rPr>
              <a:t>	</a:t>
            </a:r>
            <a:r>
              <a:rPr dirty="0" sz="3800" spc="160">
                <a:solidFill>
                  <a:srgbClr val="152540"/>
                </a:solidFill>
                <a:latin typeface="Trebuchet MS"/>
                <a:cs typeface="Trebuchet MS"/>
              </a:rPr>
              <a:t>UNA</a:t>
            </a:r>
            <a:endParaRPr sz="3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3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95309" y="1685669"/>
            <a:ext cx="0" cy="6915784"/>
          </a:xfrm>
          <a:custGeom>
            <a:avLst/>
            <a:gdLst/>
            <a:ahLst/>
            <a:cxnLst/>
            <a:rect l="l" t="t" r="r" b="b"/>
            <a:pathLst>
              <a:path w="0" h="6915784">
                <a:moveTo>
                  <a:pt x="0" y="6915553"/>
                </a:moveTo>
                <a:lnTo>
                  <a:pt x="0" y="0"/>
                </a:lnTo>
              </a:path>
            </a:pathLst>
          </a:custGeom>
          <a:ln w="66674">
            <a:solidFill>
              <a:srgbClr val="E3D8D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4111" y="9"/>
            <a:ext cx="9453525" cy="1011614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95"/>
              </a:spcBef>
            </a:pPr>
            <a:r>
              <a:rPr dirty="0"/>
              <a:t>Conocimientos,</a:t>
            </a:r>
            <a:r>
              <a:rPr dirty="0" spc="475"/>
              <a:t> </a:t>
            </a:r>
            <a:r>
              <a:rPr dirty="0"/>
              <a:t>habilidades</a:t>
            </a:r>
            <a:r>
              <a:rPr dirty="0" spc="480"/>
              <a:t> </a:t>
            </a:r>
            <a:r>
              <a:rPr dirty="0" spc="-260"/>
              <a:t>y</a:t>
            </a:r>
            <a:r>
              <a:rPr dirty="0" spc="484"/>
              <a:t> </a:t>
            </a:r>
            <a:r>
              <a:rPr dirty="0"/>
              <a:t>actitudes</a:t>
            </a:r>
            <a:r>
              <a:rPr dirty="0" spc="484"/>
              <a:t> </a:t>
            </a:r>
            <a:r>
              <a:rPr dirty="0" spc="-10"/>
              <a:t>dirigidas </a:t>
            </a:r>
            <a:r>
              <a:rPr dirty="0" spc="155"/>
              <a:t>a</a:t>
            </a:r>
            <a:r>
              <a:rPr dirty="0" spc="235"/>
              <a:t> </a:t>
            </a:r>
            <a:r>
              <a:rPr dirty="0"/>
              <a:t>la</a:t>
            </a:r>
            <a:r>
              <a:rPr dirty="0" spc="245"/>
              <a:t> </a:t>
            </a:r>
            <a:r>
              <a:rPr dirty="0" spc="65"/>
              <a:t>búsqueda</a:t>
            </a:r>
            <a:r>
              <a:rPr dirty="0" spc="250"/>
              <a:t> </a:t>
            </a:r>
            <a:r>
              <a:rPr dirty="0"/>
              <a:t>efectiva</a:t>
            </a:r>
            <a:r>
              <a:rPr dirty="0" spc="245"/>
              <a:t> </a:t>
            </a:r>
            <a:r>
              <a:rPr dirty="0" spc="50"/>
              <a:t>de</a:t>
            </a:r>
            <a:r>
              <a:rPr dirty="0" spc="245"/>
              <a:t> </a:t>
            </a:r>
            <a:r>
              <a:rPr dirty="0"/>
              <a:t>contenido</a:t>
            </a:r>
            <a:r>
              <a:rPr dirty="0" spc="245"/>
              <a:t> </a:t>
            </a:r>
            <a:r>
              <a:rPr dirty="0"/>
              <a:t>digital</a:t>
            </a:r>
            <a:r>
              <a:rPr dirty="0" spc="250"/>
              <a:t> </a:t>
            </a:r>
            <a:r>
              <a:rPr dirty="0" spc="-260"/>
              <a:t>y</a:t>
            </a:r>
            <a:r>
              <a:rPr dirty="0" spc="245"/>
              <a:t> </a:t>
            </a:r>
            <a:r>
              <a:rPr dirty="0" spc="-25"/>
              <a:t>su </a:t>
            </a:r>
            <a:r>
              <a:rPr dirty="0"/>
              <a:t>manejo</a:t>
            </a:r>
            <a:r>
              <a:rPr dirty="0" spc="240"/>
              <a:t> </a:t>
            </a:r>
            <a:r>
              <a:rPr dirty="0"/>
              <a:t>mediante</a:t>
            </a:r>
            <a:r>
              <a:rPr dirty="0" spc="250"/>
              <a:t> </a:t>
            </a:r>
            <a:r>
              <a:rPr dirty="0"/>
              <a:t>el</a:t>
            </a:r>
            <a:r>
              <a:rPr dirty="0" spc="250"/>
              <a:t> </a:t>
            </a:r>
            <a:r>
              <a:rPr dirty="0"/>
              <a:t>empleo</a:t>
            </a:r>
            <a:r>
              <a:rPr dirty="0" spc="254"/>
              <a:t> </a:t>
            </a:r>
            <a:r>
              <a:rPr dirty="0" spc="50"/>
              <a:t>de</a:t>
            </a:r>
            <a:r>
              <a:rPr dirty="0" spc="250"/>
              <a:t> </a:t>
            </a:r>
            <a:r>
              <a:rPr dirty="0" spc="65"/>
              <a:t>palabras</a:t>
            </a:r>
            <a:r>
              <a:rPr dirty="0" spc="250"/>
              <a:t> </a:t>
            </a:r>
            <a:r>
              <a:rPr dirty="0"/>
              <a:t>clave</a:t>
            </a:r>
            <a:r>
              <a:rPr dirty="0" spc="250"/>
              <a:t> </a:t>
            </a:r>
            <a:r>
              <a:rPr dirty="0" spc="-310"/>
              <a:t>y </a:t>
            </a:r>
            <a:r>
              <a:rPr dirty="0"/>
              <a:t>metadatos;</a:t>
            </a:r>
            <a:r>
              <a:rPr dirty="0" spc="75"/>
              <a:t> </a:t>
            </a:r>
            <a:r>
              <a:rPr dirty="0" spc="155"/>
              <a:t>a</a:t>
            </a:r>
            <a:r>
              <a:rPr dirty="0" spc="90"/>
              <a:t> </a:t>
            </a:r>
            <a:r>
              <a:rPr dirty="0"/>
              <a:t>la</a:t>
            </a:r>
            <a:r>
              <a:rPr dirty="0" spc="90"/>
              <a:t> </a:t>
            </a:r>
            <a:r>
              <a:rPr dirty="0" spc="75"/>
              <a:t>adopción</a:t>
            </a:r>
            <a:r>
              <a:rPr dirty="0" spc="90"/>
              <a:t> </a:t>
            </a:r>
            <a:r>
              <a:rPr dirty="0" spc="50"/>
              <a:t>de</a:t>
            </a:r>
            <a:r>
              <a:rPr dirty="0" spc="90"/>
              <a:t> </a:t>
            </a:r>
            <a:r>
              <a:rPr dirty="0"/>
              <a:t>una</a:t>
            </a:r>
            <a:r>
              <a:rPr dirty="0" spc="90"/>
              <a:t> </a:t>
            </a:r>
            <a:r>
              <a:rPr dirty="0"/>
              <a:t>postura</a:t>
            </a:r>
            <a:r>
              <a:rPr dirty="0" spc="90"/>
              <a:t> </a:t>
            </a:r>
            <a:r>
              <a:rPr dirty="0" spc="-30"/>
              <a:t>crítica, </a:t>
            </a:r>
            <a:r>
              <a:rPr dirty="0"/>
              <a:t>la</a:t>
            </a:r>
            <a:r>
              <a:rPr dirty="0" spc="855"/>
              <a:t> </a:t>
            </a:r>
            <a:r>
              <a:rPr dirty="0" spc="45"/>
              <a:t>aplicación</a:t>
            </a:r>
            <a:r>
              <a:rPr dirty="0" spc="860"/>
              <a:t> </a:t>
            </a:r>
            <a:r>
              <a:rPr dirty="0" spc="50"/>
              <a:t>de</a:t>
            </a:r>
            <a:r>
              <a:rPr dirty="0" spc="855"/>
              <a:t> </a:t>
            </a:r>
            <a:r>
              <a:rPr dirty="0"/>
              <a:t>estrategias</a:t>
            </a:r>
            <a:r>
              <a:rPr dirty="0" spc="855"/>
              <a:t> </a:t>
            </a:r>
            <a:r>
              <a:rPr dirty="0"/>
              <a:t>determinadas</a:t>
            </a:r>
            <a:r>
              <a:rPr dirty="0" spc="855"/>
              <a:t> </a:t>
            </a:r>
            <a:r>
              <a:rPr dirty="0" spc="-20"/>
              <a:t>(uso </a:t>
            </a:r>
            <a:r>
              <a:rPr dirty="0" spc="50"/>
              <a:t>de</a:t>
            </a:r>
            <a:r>
              <a:rPr dirty="0" spc="290"/>
              <a:t> </a:t>
            </a:r>
            <a:r>
              <a:rPr dirty="0"/>
              <a:t>operadores</a:t>
            </a:r>
            <a:r>
              <a:rPr dirty="0" spc="305"/>
              <a:t> </a:t>
            </a:r>
            <a:r>
              <a:rPr dirty="0" spc="55"/>
              <a:t>booleanos</a:t>
            </a:r>
            <a:r>
              <a:rPr dirty="0" spc="300"/>
              <a:t> </a:t>
            </a:r>
            <a:r>
              <a:rPr dirty="0" spc="-260"/>
              <a:t>y</a:t>
            </a:r>
            <a:r>
              <a:rPr dirty="0" spc="300"/>
              <a:t> </a:t>
            </a:r>
            <a:r>
              <a:rPr dirty="0"/>
              <a:t>definición</a:t>
            </a:r>
            <a:r>
              <a:rPr dirty="0" spc="300"/>
              <a:t> </a:t>
            </a:r>
            <a:r>
              <a:rPr dirty="0" spc="50"/>
              <a:t>de</a:t>
            </a:r>
            <a:r>
              <a:rPr dirty="0" spc="305"/>
              <a:t> </a:t>
            </a:r>
            <a:r>
              <a:rPr dirty="0" spc="-90"/>
              <a:t>filtros), </a:t>
            </a:r>
            <a:r>
              <a:rPr dirty="0" spc="-260"/>
              <a:t>y</a:t>
            </a:r>
            <a:r>
              <a:rPr dirty="0" spc="315"/>
              <a:t> </a:t>
            </a:r>
            <a:r>
              <a:rPr dirty="0"/>
              <a:t>consideraciones</a:t>
            </a:r>
            <a:r>
              <a:rPr dirty="0" spc="320"/>
              <a:t> </a:t>
            </a:r>
            <a:r>
              <a:rPr dirty="0" spc="70"/>
              <a:t>para</a:t>
            </a:r>
            <a:r>
              <a:rPr dirty="0" spc="315"/>
              <a:t> </a:t>
            </a:r>
            <a:r>
              <a:rPr dirty="0"/>
              <a:t>una</a:t>
            </a:r>
            <a:r>
              <a:rPr dirty="0" spc="320"/>
              <a:t> </a:t>
            </a:r>
            <a:r>
              <a:rPr dirty="0"/>
              <a:t>operación</a:t>
            </a:r>
            <a:r>
              <a:rPr dirty="0" spc="315"/>
              <a:t> </a:t>
            </a:r>
            <a:r>
              <a:rPr dirty="0" spc="120"/>
              <a:t>adecuada </a:t>
            </a:r>
            <a:r>
              <a:rPr dirty="0" spc="50"/>
              <a:t>de</a:t>
            </a:r>
            <a:r>
              <a:rPr dirty="0" spc="785"/>
              <a:t>  </a:t>
            </a:r>
            <a:r>
              <a:rPr dirty="0"/>
              <a:t>la</a:t>
            </a:r>
            <a:r>
              <a:rPr dirty="0" spc="780"/>
              <a:t>  </a:t>
            </a:r>
            <a:r>
              <a:rPr dirty="0"/>
              <a:t>información</a:t>
            </a:r>
            <a:r>
              <a:rPr dirty="0" spc="785"/>
              <a:t>  </a:t>
            </a:r>
            <a:r>
              <a:rPr dirty="0"/>
              <a:t>(referencias,</a:t>
            </a:r>
            <a:r>
              <a:rPr dirty="0" spc="785"/>
              <a:t>  </a:t>
            </a:r>
            <a:r>
              <a:rPr dirty="0"/>
              <a:t>difusión</a:t>
            </a:r>
            <a:r>
              <a:rPr dirty="0" spc="780"/>
              <a:t>  </a:t>
            </a:r>
            <a:r>
              <a:rPr dirty="0" spc="-310"/>
              <a:t>y </a:t>
            </a:r>
            <a:r>
              <a:rPr dirty="0" spc="-10"/>
              <a:t>comunicación).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3176853" y="1774122"/>
            <a:ext cx="152400" cy="1471295"/>
          </a:xfrm>
          <a:custGeom>
            <a:avLst/>
            <a:gdLst/>
            <a:ahLst/>
            <a:cxnLst/>
            <a:rect l="l" t="t" r="r" b="b"/>
            <a:pathLst>
              <a:path w="152400" h="1471295">
                <a:moveTo>
                  <a:pt x="0" y="1470757"/>
                </a:moveTo>
                <a:lnTo>
                  <a:pt x="0" y="0"/>
                </a:lnTo>
                <a:lnTo>
                  <a:pt x="152399" y="0"/>
                </a:lnTo>
                <a:lnTo>
                  <a:pt x="152399" y="1470757"/>
                </a:lnTo>
                <a:lnTo>
                  <a:pt x="0" y="1470757"/>
                </a:lnTo>
                <a:close/>
              </a:path>
            </a:pathLst>
          </a:custGeom>
          <a:solidFill>
            <a:srgbClr val="ECE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621373" y="1755127"/>
            <a:ext cx="5309870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3410585" algn="l"/>
              </a:tabLst>
            </a:pPr>
            <a:r>
              <a:rPr dirty="0" sz="3800" spc="254">
                <a:solidFill>
                  <a:srgbClr val="ECE7E3"/>
                </a:solidFill>
                <a:latin typeface="Trebuchet MS"/>
                <a:cs typeface="Trebuchet MS"/>
              </a:rPr>
              <a:t>LITERACIDAD</a:t>
            </a:r>
            <a:r>
              <a:rPr dirty="0" sz="3800">
                <a:solidFill>
                  <a:srgbClr val="ECE7E3"/>
                </a:solidFill>
                <a:latin typeface="Trebuchet MS"/>
                <a:cs typeface="Trebuchet MS"/>
              </a:rPr>
              <a:t>	</a:t>
            </a:r>
            <a:r>
              <a:rPr dirty="0" sz="3800" spc="185">
                <a:solidFill>
                  <a:srgbClr val="ECE7E3"/>
                </a:solidFill>
                <a:latin typeface="Trebuchet MS"/>
                <a:cs typeface="Trebuchet MS"/>
              </a:rPr>
              <a:t>DIGITAL </a:t>
            </a:r>
            <a:r>
              <a:rPr dirty="0" sz="3800" spc="-245">
                <a:solidFill>
                  <a:srgbClr val="ECE7E3"/>
                </a:solidFill>
                <a:latin typeface="Trebuchet MS"/>
                <a:cs typeface="Trebuchet MS"/>
              </a:rPr>
              <a:t>(</a:t>
            </a:r>
            <a:r>
              <a:rPr dirty="0" sz="3800" spc="-785">
                <a:solidFill>
                  <a:srgbClr val="ECE7E3"/>
                </a:solidFill>
                <a:latin typeface="Trebuchet MS"/>
                <a:cs typeface="Trebuchet MS"/>
              </a:rPr>
              <a:t> </a:t>
            </a:r>
            <a:r>
              <a:rPr dirty="0" sz="3800" spc="-20">
                <a:solidFill>
                  <a:srgbClr val="ECE7E3"/>
                </a:solidFill>
                <a:latin typeface="Trebuchet MS"/>
                <a:cs typeface="Trebuchet MS"/>
              </a:rPr>
              <a:t>LIT)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480"/>
              <a:t>1</a:t>
            </a:r>
            <a:r>
              <a:rPr dirty="0" spc="-1495"/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</dc:creator>
  <cp:keywords>DAGzxWoa5OM,BAFOyzLhv1g,0</cp:keywords>
  <dc:title>Los 10 saberes digitales </dc:title>
  <dcterms:created xsi:type="dcterms:W3CDTF">2025-09-23T21:34:23Z</dcterms:created>
  <dcterms:modified xsi:type="dcterms:W3CDTF">2025-09-23T21:34:23Z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2025-09-23T00:00:00Z</vt:filetime>
  </property>
  <property fmtid="{D5CDD505-2E9C-101B-9397-08002B2CF9AE}" pid="5" name="Producer">
    <vt:lpwstr>Canva</vt:lpwstr>
  </property>
</Properties>
</file>